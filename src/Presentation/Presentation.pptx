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20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73" r:id="rId3"/>
    <p:sldId id="257" r:id="rId4"/>
    <p:sldId id="260" r:id="rId5"/>
    <p:sldId id="276" r:id="rId6"/>
    <p:sldId id="277" r:id="rId7"/>
    <p:sldId id="278" r:id="rId8"/>
    <p:sldId id="264" r:id="rId9"/>
    <p:sldId id="272" r:id="rId10"/>
  </p:sldIdLst>
  <p:sldSz cx="17335500" cy="9753600"/>
  <p:notesSz cx="173355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643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512050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9818688" y="0"/>
            <a:ext cx="7512050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A8FF3-C8A0-4F88-83DE-2F29BD7ABA81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5741988" y="1219200"/>
            <a:ext cx="5851525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733550" y="4694238"/>
            <a:ext cx="13868400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7512050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9818688" y="9264650"/>
            <a:ext cx="7512050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E91D91-7361-4C4B-9E79-AE19565AD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3937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E91D91-7361-4C4B-9E79-AE19565AD029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5284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00638" y="3023616"/>
            <a:ext cx="14740573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01277" y="5462016"/>
            <a:ext cx="12139295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67092" y="2243328"/>
            <a:ext cx="7543705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31053" y="2243328"/>
            <a:ext cx="7543705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7337405" cy="9752330"/>
          </a:xfrm>
          <a:custGeom>
            <a:avLst/>
            <a:gdLst/>
            <a:ahLst/>
            <a:cxnLst/>
            <a:rect l="l" t="t" r="r" b="b"/>
            <a:pathLst>
              <a:path w="17337405" h="9752330">
                <a:moveTo>
                  <a:pt x="17337024" y="0"/>
                </a:moveTo>
                <a:lnTo>
                  <a:pt x="0" y="0"/>
                </a:lnTo>
                <a:lnTo>
                  <a:pt x="0" y="9752076"/>
                </a:lnTo>
                <a:lnTo>
                  <a:pt x="17337024" y="9752076"/>
                </a:lnTo>
                <a:lnTo>
                  <a:pt x="17337024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3307569" y="5998463"/>
            <a:ext cx="2912745" cy="2711450"/>
          </a:xfrm>
          <a:custGeom>
            <a:avLst/>
            <a:gdLst/>
            <a:ahLst/>
            <a:cxnLst/>
            <a:rect l="l" t="t" r="r" b="b"/>
            <a:pathLst>
              <a:path w="2912744" h="2711450">
                <a:moveTo>
                  <a:pt x="1340307" y="0"/>
                </a:moveTo>
                <a:lnTo>
                  <a:pt x="1202563" y="175323"/>
                </a:lnTo>
                <a:lnTo>
                  <a:pt x="1172896" y="215293"/>
                </a:lnTo>
                <a:lnTo>
                  <a:pt x="1143503" y="255476"/>
                </a:lnTo>
                <a:lnTo>
                  <a:pt x="1114385" y="295872"/>
                </a:lnTo>
                <a:lnTo>
                  <a:pt x="1085543" y="336480"/>
                </a:lnTo>
                <a:lnTo>
                  <a:pt x="1056978" y="377297"/>
                </a:lnTo>
                <a:lnTo>
                  <a:pt x="1028692" y="418322"/>
                </a:lnTo>
                <a:lnTo>
                  <a:pt x="1000686" y="459555"/>
                </a:lnTo>
                <a:lnTo>
                  <a:pt x="972962" y="500993"/>
                </a:lnTo>
                <a:lnTo>
                  <a:pt x="945521" y="542635"/>
                </a:lnTo>
                <a:lnTo>
                  <a:pt x="918364" y="584480"/>
                </a:lnTo>
                <a:lnTo>
                  <a:pt x="891493" y="626527"/>
                </a:lnTo>
                <a:lnTo>
                  <a:pt x="864909" y="668774"/>
                </a:lnTo>
                <a:lnTo>
                  <a:pt x="838614" y="711220"/>
                </a:lnTo>
                <a:lnTo>
                  <a:pt x="812608" y="753863"/>
                </a:lnTo>
                <a:lnTo>
                  <a:pt x="786894" y="796702"/>
                </a:lnTo>
                <a:lnTo>
                  <a:pt x="761472" y="839735"/>
                </a:lnTo>
                <a:lnTo>
                  <a:pt x="736344" y="882962"/>
                </a:lnTo>
                <a:lnTo>
                  <a:pt x="711512" y="926381"/>
                </a:lnTo>
                <a:lnTo>
                  <a:pt x="686976" y="969990"/>
                </a:lnTo>
                <a:lnTo>
                  <a:pt x="662738" y="1013789"/>
                </a:lnTo>
                <a:lnTo>
                  <a:pt x="638800" y="1057775"/>
                </a:lnTo>
                <a:lnTo>
                  <a:pt x="615163" y="1101948"/>
                </a:lnTo>
                <a:lnTo>
                  <a:pt x="591828" y="1146305"/>
                </a:lnTo>
                <a:lnTo>
                  <a:pt x="568796" y="1190846"/>
                </a:lnTo>
                <a:lnTo>
                  <a:pt x="546070" y="1235570"/>
                </a:lnTo>
                <a:lnTo>
                  <a:pt x="523650" y="1280474"/>
                </a:lnTo>
                <a:lnTo>
                  <a:pt x="501538" y="1325558"/>
                </a:lnTo>
                <a:lnTo>
                  <a:pt x="479734" y="1370820"/>
                </a:lnTo>
                <a:lnTo>
                  <a:pt x="458242" y="1416258"/>
                </a:lnTo>
                <a:lnTo>
                  <a:pt x="437061" y="1461872"/>
                </a:lnTo>
                <a:lnTo>
                  <a:pt x="416193" y="1507660"/>
                </a:lnTo>
                <a:lnTo>
                  <a:pt x="395640" y="1553621"/>
                </a:lnTo>
                <a:lnTo>
                  <a:pt x="375404" y="1599752"/>
                </a:lnTo>
                <a:lnTo>
                  <a:pt x="355484" y="1646054"/>
                </a:lnTo>
                <a:lnTo>
                  <a:pt x="335883" y="1692524"/>
                </a:lnTo>
                <a:lnTo>
                  <a:pt x="316603" y="1739162"/>
                </a:lnTo>
                <a:lnTo>
                  <a:pt x="297644" y="1785964"/>
                </a:lnTo>
                <a:lnTo>
                  <a:pt x="279007" y="1832932"/>
                </a:lnTo>
                <a:lnTo>
                  <a:pt x="260695" y="1880062"/>
                </a:lnTo>
                <a:lnTo>
                  <a:pt x="242709" y="1927354"/>
                </a:lnTo>
                <a:lnTo>
                  <a:pt x="225050" y="1974806"/>
                </a:lnTo>
                <a:lnTo>
                  <a:pt x="207719" y="2022417"/>
                </a:lnTo>
                <a:lnTo>
                  <a:pt x="190718" y="2070186"/>
                </a:lnTo>
                <a:lnTo>
                  <a:pt x="174048" y="2118110"/>
                </a:lnTo>
                <a:lnTo>
                  <a:pt x="157710" y="2166189"/>
                </a:lnTo>
                <a:lnTo>
                  <a:pt x="141707" y="2214422"/>
                </a:lnTo>
                <a:lnTo>
                  <a:pt x="126039" y="2262806"/>
                </a:lnTo>
                <a:lnTo>
                  <a:pt x="110707" y="2311342"/>
                </a:lnTo>
                <a:lnTo>
                  <a:pt x="95714" y="2360026"/>
                </a:lnTo>
                <a:lnTo>
                  <a:pt x="81059" y="2408858"/>
                </a:lnTo>
                <a:lnTo>
                  <a:pt x="66746" y="2457837"/>
                </a:lnTo>
                <a:lnTo>
                  <a:pt x="52775" y="2506961"/>
                </a:lnTo>
                <a:lnTo>
                  <a:pt x="39147" y="2556228"/>
                </a:lnTo>
                <a:lnTo>
                  <a:pt x="25865" y="2605638"/>
                </a:lnTo>
                <a:lnTo>
                  <a:pt x="12928" y="2655189"/>
                </a:lnTo>
                <a:lnTo>
                  <a:pt x="0" y="2711196"/>
                </a:lnTo>
                <a:lnTo>
                  <a:pt x="2912364" y="2711196"/>
                </a:lnTo>
                <a:lnTo>
                  <a:pt x="1340307" y="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17337405" cy="9752330"/>
          </a:xfrm>
          <a:custGeom>
            <a:avLst/>
            <a:gdLst/>
            <a:ahLst/>
            <a:cxnLst/>
            <a:rect l="l" t="t" r="r" b="b"/>
            <a:pathLst>
              <a:path w="17337405" h="9752330">
                <a:moveTo>
                  <a:pt x="14647151" y="5998362"/>
                </a:moveTo>
                <a:lnTo>
                  <a:pt x="11168431" y="0"/>
                </a:lnTo>
                <a:lnTo>
                  <a:pt x="0" y="0"/>
                </a:lnTo>
                <a:lnTo>
                  <a:pt x="0" y="8709660"/>
                </a:lnTo>
                <a:lnTo>
                  <a:pt x="13306552" y="8709660"/>
                </a:lnTo>
                <a:lnTo>
                  <a:pt x="13319468" y="8653653"/>
                </a:lnTo>
                <a:lnTo>
                  <a:pt x="13332409" y="8604110"/>
                </a:lnTo>
                <a:lnTo>
                  <a:pt x="13345694" y="8554695"/>
                </a:lnTo>
                <a:lnTo>
                  <a:pt x="13359333" y="8505431"/>
                </a:lnTo>
                <a:lnTo>
                  <a:pt x="13373303" y="8456295"/>
                </a:lnTo>
                <a:lnTo>
                  <a:pt x="13387616" y="8407324"/>
                </a:lnTo>
                <a:lnTo>
                  <a:pt x="13402285" y="8358479"/>
                </a:lnTo>
                <a:lnTo>
                  <a:pt x="13417283" y="8309800"/>
                </a:lnTo>
                <a:lnTo>
                  <a:pt x="13432612" y="8261261"/>
                </a:lnTo>
                <a:lnTo>
                  <a:pt x="13448284" y="8212874"/>
                </a:lnTo>
                <a:lnTo>
                  <a:pt x="13464299" y="8164639"/>
                </a:lnTo>
                <a:lnTo>
                  <a:pt x="13480631" y="8116557"/>
                </a:lnTo>
                <a:lnTo>
                  <a:pt x="13497306" y="8068627"/>
                </a:lnTo>
                <a:lnTo>
                  <a:pt x="13514311" y="8020863"/>
                </a:lnTo>
                <a:lnTo>
                  <a:pt x="13531647" y="7973250"/>
                </a:lnTo>
                <a:lnTo>
                  <a:pt x="13549313" y="7925790"/>
                </a:lnTo>
                <a:lnTo>
                  <a:pt x="13567309" y="7878508"/>
                </a:lnTo>
                <a:lnTo>
                  <a:pt x="13585622" y="7831366"/>
                </a:lnTo>
                <a:lnTo>
                  <a:pt x="13604266" y="7784401"/>
                </a:lnTo>
                <a:lnTo>
                  <a:pt x="13623227" y="7737602"/>
                </a:lnTo>
                <a:lnTo>
                  <a:pt x="13642505" y="7690955"/>
                </a:lnTo>
                <a:lnTo>
                  <a:pt x="13662114" y="7644485"/>
                </a:lnTo>
                <a:lnTo>
                  <a:pt x="13682040" y="7598181"/>
                </a:lnTo>
                <a:lnTo>
                  <a:pt x="13702284" y="7552055"/>
                </a:lnTo>
                <a:lnTo>
                  <a:pt x="13722833" y="7506081"/>
                </a:lnTo>
                <a:lnTo>
                  <a:pt x="13743712" y="7460297"/>
                </a:lnTo>
                <a:lnTo>
                  <a:pt x="13764895" y="7414679"/>
                </a:lnTo>
                <a:lnTo>
                  <a:pt x="13786396" y="7369238"/>
                </a:lnTo>
                <a:lnTo>
                  <a:pt x="13808202" y="7323976"/>
                </a:lnTo>
                <a:lnTo>
                  <a:pt x="13830313" y="7278891"/>
                </a:lnTo>
                <a:lnTo>
                  <a:pt x="13852741" y="7233983"/>
                </a:lnTo>
                <a:lnTo>
                  <a:pt x="13875474" y="7189267"/>
                </a:lnTo>
                <a:lnTo>
                  <a:pt x="13898512" y="7144715"/>
                </a:lnTo>
                <a:lnTo>
                  <a:pt x="13921854" y="7100367"/>
                </a:lnTo>
                <a:lnTo>
                  <a:pt x="13945489" y="7056183"/>
                </a:lnTo>
                <a:lnTo>
                  <a:pt x="13969441" y="7012203"/>
                </a:lnTo>
                <a:lnTo>
                  <a:pt x="13993686" y="6968401"/>
                </a:lnTo>
                <a:lnTo>
                  <a:pt x="14018222" y="6924789"/>
                </a:lnTo>
                <a:lnTo>
                  <a:pt x="14043063" y="6881368"/>
                </a:lnTo>
                <a:lnTo>
                  <a:pt x="14068197" y="6838137"/>
                </a:lnTo>
                <a:lnTo>
                  <a:pt x="14093622" y="6795109"/>
                </a:lnTo>
                <a:lnTo>
                  <a:pt x="14119339" y="6752260"/>
                </a:lnTo>
                <a:lnTo>
                  <a:pt x="14145349" y="6709626"/>
                </a:lnTo>
                <a:lnTo>
                  <a:pt x="14171651" y="6667170"/>
                </a:lnTo>
                <a:lnTo>
                  <a:pt x="14198245" y="6624929"/>
                </a:lnTo>
                <a:lnTo>
                  <a:pt x="14225118" y="6582880"/>
                </a:lnTo>
                <a:lnTo>
                  <a:pt x="14252283" y="6541033"/>
                </a:lnTo>
                <a:lnTo>
                  <a:pt x="14279728" y="6499390"/>
                </a:lnTo>
                <a:lnTo>
                  <a:pt x="14307465" y="6457950"/>
                </a:lnTo>
                <a:lnTo>
                  <a:pt x="14335481" y="6416713"/>
                </a:lnTo>
                <a:lnTo>
                  <a:pt x="14363764" y="6375679"/>
                </a:lnTo>
                <a:lnTo>
                  <a:pt x="14392339" y="6334861"/>
                </a:lnTo>
                <a:lnTo>
                  <a:pt x="14421193" y="6294259"/>
                </a:lnTo>
                <a:lnTo>
                  <a:pt x="14450314" y="6253861"/>
                </a:lnTo>
                <a:lnTo>
                  <a:pt x="14479715" y="6213678"/>
                </a:lnTo>
                <a:lnTo>
                  <a:pt x="14509382" y="6173698"/>
                </a:lnTo>
                <a:lnTo>
                  <a:pt x="14647151" y="5998362"/>
                </a:lnTo>
                <a:close/>
              </a:path>
              <a:path w="17337405" h="9752330">
                <a:moveTo>
                  <a:pt x="17337012" y="3919867"/>
                </a:moveTo>
                <a:lnTo>
                  <a:pt x="17215536" y="3974947"/>
                </a:lnTo>
                <a:lnTo>
                  <a:pt x="17127690" y="4016527"/>
                </a:lnTo>
                <a:lnTo>
                  <a:pt x="17040505" y="4059275"/>
                </a:lnTo>
                <a:lnTo>
                  <a:pt x="16953992" y="4103166"/>
                </a:lnTo>
                <a:lnTo>
                  <a:pt x="16868166" y="4148188"/>
                </a:lnTo>
                <a:lnTo>
                  <a:pt x="16783025" y="4194352"/>
                </a:lnTo>
                <a:lnTo>
                  <a:pt x="16698595" y="4241635"/>
                </a:lnTo>
                <a:lnTo>
                  <a:pt x="16614877" y="4290022"/>
                </a:lnTo>
                <a:lnTo>
                  <a:pt x="16531882" y="4339501"/>
                </a:lnTo>
                <a:lnTo>
                  <a:pt x="16449624" y="4390085"/>
                </a:lnTo>
                <a:lnTo>
                  <a:pt x="16368103" y="4441736"/>
                </a:lnTo>
                <a:lnTo>
                  <a:pt x="16287331" y="4494454"/>
                </a:lnTo>
                <a:lnTo>
                  <a:pt x="16207334" y="4548238"/>
                </a:lnTo>
                <a:lnTo>
                  <a:pt x="16128099" y="4603064"/>
                </a:lnTo>
                <a:lnTo>
                  <a:pt x="16088779" y="4630877"/>
                </a:lnTo>
                <a:lnTo>
                  <a:pt x="16049651" y="4658931"/>
                </a:lnTo>
                <a:lnTo>
                  <a:pt x="16010725" y="4687252"/>
                </a:lnTo>
                <a:lnTo>
                  <a:pt x="15971990" y="4715840"/>
                </a:lnTo>
                <a:lnTo>
                  <a:pt x="15933471" y="4744669"/>
                </a:lnTo>
                <a:lnTo>
                  <a:pt x="15895142" y="4773752"/>
                </a:lnTo>
                <a:lnTo>
                  <a:pt x="15857017" y="4803089"/>
                </a:lnTo>
                <a:lnTo>
                  <a:pt x="15819108" y="4832680"/>
                </a:lnTo>
                <a:lnTo>
                  <a:pt x="15781389" y="4862525"/>
                </a:lnTo>
                <a:lnTo>
                  <a:pt x="15743885" y="4892611"/>
                </a:lnTo>
                <a:lnTo>
                  <a:pt x="15706586" y="4922939"/>
                </a:lnTo>
                <a:lnTo>
                  <a:pt x="15669502" y="4953520"/>
                </a:lnTo>
                <a:lnTo>
                  <a:pt x="15632621" y="4984356"/>
                </a:lnTo>
                <a:lnTo>
                  <a:pt x="15595956" y="5015420"/>
                </a:lnTo>
                <a:lnTo>
                  <a:pt x="15559507" y="5046738"/>
                </a:lnTo>
                <a:lnTo>
                  <a:pt x="15523274" y="5078285"/>
                </a:lnTo>
                <a:lnTo>
                  <a:pt x="15487244" y="5110073"/>
                </a:lnTo>
                <a:lnTo>
                  <a:pt x="15451443" y="5142115"/>
                </a:lnTo>
                <a:lnTo>
                  <a:pt x="15415857" y="5174373"/>
                </a:lnTo>
                <a:lnTo>
                  <a:pt x="15380488" y="5206885"/>
                </a:lnTo>
                <a:lnTo>
                  <a:pt x="15345334" y="5239626"/>
                </a:lnTo>
                <a:lnTo>
                  <a:pt x="15310409" y="5272595"/>
                </a:lnTo>
                <a:lnTo>
                  <a:pt x="15275713" y="5305806"/>
                </a:lnTo>
                <a:lnTo>
                  <a:pt x="15241232" y="5339245"/>
                </a:lnTo>
                <a:lnTo>
                  <a:pt x="15206980" y="5372913"/>
                </a:lnTo>
                <a:lnTo>
                  <a:pt x="15172957" y="5406809"/>
                </a:lnTo>
                <a:lnTo>
                  <a:pt x="15139150" y="5440934"/>
                </a:lnTo>
                <a:lnTo>
                  <a:pt x="15105583" y="5475275"/>
                </a:lnTo>
                <a:lnTo>
                  <a:pt x="15072246" y="5509857"/>
                </a:lnTo>
                <a:lnTo>
                  <a:pt x="15039137" y="5544655"/>
                </a:lnTo>
                <a:lnTo>
                  <a:pt x="15006269" y="5579669"/>
                </a:lnTo>
                <a:lnTo>
                  <a:pt x="14973630" y="5614911"/>
                </a:lnTo>
                <a:lnTo>
                  <a:pt x="14941220" y="5650382"/>
                </a:lnTo>
                <a:lnTo>
                  <a:pt x="14909064" y="5686056"/>
                </a:lnTo>
                <a:lnTo>
                  <a:pt x="14877136" y="5721959"/>
                </a:lnTo>
                <a:lnTo>
                  <a:pt x="14845437" y="5758065"/>
                </a:lnTo>
                <a:lnTo>
                  <a:pt x="14813991" y="5794400"/>
                </a:lnTo>
                <a:lnTo>
                  <a:pt x="14782788" y="5830951"/>
                </a:lnTo>
                <a:lnTo>
                  <a:pt x="14751825" y="5867705"/>
                </a:lnTo>
                <a:lnTo>
                  <a:pt x="14721104" y="5904674"/>
                </a:lnTo>
                <a:lnTo>
                  <a:pt x="14647571" y="5998222"/>
                </a:lnTo>
                <a:lnTo>
                  <a:pt x="16220072" y="8709127"/>
                </a:lnTo>
                <a:lnTo>
                  <a:pt x="13306895" y="8709127"/>
                </a:lnTo>
                <a:lnTo>
                  <a:pt x="13240334" y="8997455"/>
                </a:lnTo>
                <a:lnTo>
                  <a:pt x="13230339" y="9047150"/>
                </a:lnTo>
                <a:lnTo>
                  <a:pt x="13220700" y="9096972"/>
                </a:lnTo>
                <a:lnTo>
                  <a:pt x="13211416" y="9146934"/>
                </a:lnTo>
                <a:lnTo>
                  <a:pt x="13202463" y="9196997"/>
                </a:lnTo>
                <a:lnTo>
                  <a:pt x="13193878" y="9247187"/>
                </a:lnTo>
                <a:lnTo>
                  <a:pt x="13185635" y="9297505"/>
                </a:lnTo>
                <a:lnTo>
                  <a:pt x="13177736" y="9347924"/>
                </a:lnTo>
                <a:lnTo>
                  <a:pt x="13170205" y="9398470"/>
                </a:lnTo>
                <a:lnTo>
                  <a:pt x="13163017" y="9449130"/>
                </a:lnTo>
                <a:lnTo>
                  <a:pt x="13156197" y="9499905"/>
                </a:lnTo>
                <a:lnTo>
                  <a:pt x="13149720" y="9550794"/>
                </a:lnTo>
                <a:lnTo>
                  <a:pt x="13143611" y="9601784"/>
                </a:lnTo>
                <a:lnTo>
                  <a:pt x="13137858" y="9652889"/>
                </a:lnTo>
                <a:lnTo>
                  <a:pt x="13132473" y="9704108"/>
                </a:lnTo>
                <a:lnTo>
                  <a:pt x="13127774" y="9752076"/>
                </a:lnTo>
                <a:lnTo>
                  <a:pt x="17337012" y="9752076"/>
                </a:lnTo>
                <a:lnTo>
                  <a:pt x="17337012" y="39198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34418" y="389613"/>
            <a:ext cx="12657455" cy="665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31562" y="3319131"/>
            <a:ext cx="7938770" cy="437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96229" y="9070848"/>
            <a:ext cx="5549392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67092" y="9070848"/>
            <a:ext cx="3988625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6411638" y="9179119"/>
            <a:ext cx="287655" cy="239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208418" y="9051300"/>
            <a:ext cx="1975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Trebuchet MS"/>
                <a:cs typeface="Trebuchet MS"/>
              </a:rPr>
              <a:t>yandexlyceum.ru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8716" y="332232"/>
            <a:ext cx="2729483" cy="960119"/>
          </a:xfrm>
          <a:prstGeom prst="rect">
            <a:avLst/>
          </a:prstGeom>
        </p:spPr>
      </p:pic>
      <p:sp>
        <p:nvSpPr>
          <p:cNvPr id="8" name="Заголовок 1"/>
          <p:cNvSpPr txBox="1">
            <a:spLocks/>
          </p:cNvSpPr>
          <p:nvPr/>
        </p:nvSpPr>
        <p:spPr>
          <a:xfrm>
            <a:off x="2213317" y="3962401"/>
            <a:ext cx="12344400" cy="10668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 sz="42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algn="ctr"/>
            <a:r>
              <a:rPr lang="en-US" sz="4800" b="1" dirty="0"/>
              <a:t>The B</a:t>
            </a:r>
            <a:r>
              <a:rPr lang="en-US" sz="4800" b="1" dirty="0" smtClean="0"/>
              <a:t>inding </a:t>
            </a:r>
            <a:r>
              <a:rPr lang="en-US" sz="4800" b="1" dirty="0"/>
              <a:t>O</a:t>
            </a:r>
            <a:r>
              <a:rPr lang="en-US" sz="4800" b="1" dirty="0" smtClean="0"/>
              <a:t>f </a:t>
            </a:r>
            <a:r>
              <a:rPr lang="en-US" sz="4800" b="1" dirty="0"/>
              <a:t>I</a:t>
            </a:r>
            <a:r>
              <a:rPr lang="en-US" sz="4800" b="1" dirty="0" smtClean="0"/>
              <a:t>saac </a:t>
            </a:r>
            <a:r>
              <a:rPr lang="en-US" sz="4800" b="1" dirty="0" err="1" smtClean="0"/>
              <a:t>Yandex</a:t>
            </a:r>
            <a:r>
              <a:rPr lang="en-US" sz="4800" b="1" dirty="0" smtClean="0"/>
              <a:t> Lyceum</a:t>
            </a:r>
            <a:endParaRPr lang="ru-RU" sz="4800" dirty="0">
              <a:latin typeface="Trebuchet MS" panose="020B0603020202020204" pitchFamily="34" charset="0"/>
            </a:endParaRPr>
          </a:p>
        </p:txBody>
      </p:sp>
      <p:sp>
        <p:nvSpPr>
          <p:cNvPr id="9" name="Подзаголовок 2"/>
          <p:cNvSpPr txBox="1">
            <a:spLocks/>
          </p:cNvSpPr>
          <p:nvPr/>
        </p:nvSpPr>
        <p:spPr>
          <a:xfrm>
            <a:off x="2920419" y="5171825"/>
            <a:ext cx="10920398" cy="1752600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3500" dirty="0" smtClean="0">
                <a:latin typeface="Trebuchet MS" panose="020B0603020202020204" pitchFamily="34" charset="0"/>
              </a:rPr>
              <a:t>Автор</a:t>
            </a:r>
            <a:r>
              <a:rPr lang="en-US" sz="3500" dirty="0" smtClean="0">
                <a:latin typeface="Trebuchet MS" panose="020B0603020202020204" pitchFamily="34" charset="0"/>
              </a:rPr>
              <a:t>: </a:t>
            </a:r>
            <a:r>
              <a:rPr lang="ru-RU" sz="3500" dirty="0" smtClean="0">
                <a:latin typeface="Trebuchet MS" panose="020B0603020202020204" pitchFamily="34" charset="0"/>
              </a:rPr>
              <a:t>Рамазанов </a:t>
            </a:r>
            <a:r>
              <a:rPr lang="ru-RU" sz="3500" dirty="0" err="1" smtClean="0">
                <a:latin typeface="Trebuchet MS" panose="020B0603020202020204" pitchFamily="34" charset="0"/>
              </a:rPr>
              <a:t>Радмир</a:t>
            </a:r>
            <a:r>
              <a:rPr lang="ru-RU" sz="3500" dirty="0" smtClean="0">
                <a:latin typeface="Trebuchet MS" panose="020B0603020202020204" pitchFamily="34" charset="0"/>
              </a:rPr>
              <a:t> </a:t>
            </a:r>
            <a:r>
              <a:rPr lang="ru-RU" sz="3500" dirty="0" err="1" smtClean="0">
                <a:latin typeface="Trebuchet MS" panose="020B0603020202020204" pitchFamily="34" charset="0"/>
              </a:rPr>
              <a:t>Асхатович</a:t>
            </a:r>
            <a:endParaRPr lang="ru-RU" sz="3500" dirty="0" smtClean="0">
              <a:latin typeface="Trebuchet MS" panose="020B0603020202020204" pitchFamily="34" charset="0"/>
            </a:endParaRPr>
          </a:p>
          <a:p>
            <a:pPr algn="ctr"/>
            <a:r>
              <a:rPr lang="ru-RU" sz="3500" dirty="0" smtClean="0">
                <a:latin typeface="Trebuchet MS" panose="020B0603020202020204" pitchFamily="34" charset="0"/>
              </a:rPr>
              <a:t>Руководитель</a:t>
            </a:r>
            <a:r>
              <a:rPr lang="en-US" sz="3500" dirty="0" smtClean="0">
                <a:latin typeface="Trebuchet MS" panose="020B0603020202020204" pitchFamily="34" charset="0"/>
              </a:rPr>
              <a:t>: </a:t>
            </a:r>
            <a:r>
              <a:rPr lang="ru-RU" sz="3500" dirty="0" smtClean="0">
                <a:latin typeface="Trebuchet MS" panose="020B0603020202020204" pitchFamily="34" charset="0"/>
              </a:rPr>
              <a:t>Блинов Виктор Александрович</a:t>
            </a:r>
            <a:endParaRPr lang="ru-RU" sz="3500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208418" y="9051300"/>
            <a:ext cx="1975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Trebuchet MS"/>
                <a:cs typeface="Trebuchet MS"/>
              </a:rPr>
              <a:t>yandexlyceum.ru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8716" y="332232"/>
            <a:ext cx="2729483" cy="960119"/>
          </a:xfrm>
          <a:prstGeom prst="rect">
            <a:avLst/>
          </a:prstGeom>
        </p:spPr>
      </p:pic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733550" y="1766768"/>
            <a:ext cx="5606034" cy="1106808"/>
          </a:xfrm>
        </p:spPr>
        <p:txBody>
          <a:bodyPr>
            <a:noAutofit/>
          </a:bodyPr>
          <a:lstStyle/>
          <a:p>
            <a:r>
              <a:rPr lang="ru-RU" sz="6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rebuchet MS" panose="020B0603020202020204" pitchFamily="34" charset="0"/>
              </a:rPr>
              <a:t>Содержание</a:t>
            </a:r>
            <a:endParaRPr lang="ru-RU" sz="6000" dirty="0">
              <a:latin typeface="Trebuchet MS" panose="020B0603020202020204" pitchFamily="34" charset="0"/>
            </a:endParaRPr>
          </a:p>
        </p:txBody>
      </p:sp>
      <p:sp>
        <p:nvSpPr>
          <p:cNvPr id="7" name="Объект 2"/>
          <p:cNvSpPr txBox="1">
            <a:spLocks/>
          </p:cNvSpPr>
          <p:nvPr/>
        </p:nvSpPr>
        <p:spPr>
          <a:xfrm>
            <a:off x="1733550" y="3352800"/>
            <a:ext cx="9797034" cy="3633244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en-US" altLang="ru-RU" sz="35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1) </a:t>
            </a:r>
            <a:r>
              <a:rPr lang="ru-RU" altLang="ru-RU" sz="35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Актуальность проекта</a:t>
            </a:r>
          </a:p>
          <a:p>
            <a:pPr marL="457200" indent="-457200"/>
            <a:r>
              <a:rPr lang="en-US" altLang="ru-RU" sz="35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2) </a:t>
            </a:r>
            <a:r>
              <a:rPr lang="ru-RU" altLang="ru-RU" sz="35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Цель и задачи проекта</a:t>
            </a:r>
            <a:endParaRPr lang="en-US" altLang="ru-RU" sz="3500" dirty="0" smtClean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marL="457200" indent="-457200"/>
            <a:r>
              <a:rPr lang="en-US" altLang="ru-RU" sz="35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3) </a:t>
            </a:r>
            <a:r>
              <a:rPr lang="ru-RU" altLang="ru-RU" sz="35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Перспективы развития</a:t>
            </a:r>
          </a:p>
          <a:p>
            <a:endParaRPr lang="ru-RU" sz="35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274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5765800" cy="9752330"/>
            <a:chOff x="0" y="0"/>
            <a:chExt cx="5765800" cy="975233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5765800" cy="9752330"/>
            </a:xfrm>
            <a:custGeom>
              <a:avLst/>
              <a:gdLst/>
              <a:ahLst/>
              <a:cxnLst/>
              <a:rect l="l" t="t" r="r" b="b"/>
              <a:pathLst>
                <a:path w="5765800" h="9752330">
                  <a:moveTo>
                    <a:pt x="5765292" y="0"/>
                  </a:moveTo>
                  <a:lnTo>
                    <a:pt x="0" y="0"/>
                  </a:lnTo>
                  <a:lnTo>
                    <a:pt x="0" y="9752076"/>
                  </a:lnTo>
                  <a:lnTo>
                    <a:pt x="5765292" y="9752076"/>
                  </a:lnTo>
                  <a:lnTo>
                    <a:pt x="5765292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0952" y="3788664"/>
              <a:ext cx="2723515" cy="2722245"/>
            </a:xfrm>
            <a:custGeom>
              <a:avLst/>
              <a:gdLst/>
              <a:ahLst/>
              <a:cxnLst/>
              <a:rect l="l" t="t" r="r" b="b"/>
              <a:pathLst>
                <a:path w="2723515" h="2722245">
                  <a:moveTo>
                    <a:pt x="1361694" y="0"/>
                  </a:moveTo>
                  <a:lnTo>
                    <a:pt x="1313889" y="822"/>
                  </a:lnTo>
                  <a:lnTo>
                    <a:pt x="1266498" y="3273"/>
                  </a:lnTo>
                  <a:lnTo>
                    <a:pt x="1219547" y="7325"/>
                  </a:lnTo>
                  <a:lnTo>
                    <a:pt x="1173065" y="12951"/>
                  </a:lnTo>
                  <a:lnTo>
                    <a:pt x="1127077" y="20124"/>
                  </a:lnTo>
                  <a:lnTo>
                    <a:pt x="1081611" y="28818"/>
                  </a:lnTo>
                  <a:lnTo>
                    <a:pt x="1036694" y="39004"/>
                  </a:lnTo>
                  <a:lnTo>
                    <a:pt x="992352" y="50656"/>
                  </a:lnTo>
                  <a:lnTo>
                    <a:pt x="948613" y="63747"/>
                  </a:lnTo>
                  <a:lnTo>
                    <a:pt x="905504" y="78250"/>
                  </a:lnTo>
                  <a:lnTo>
                    <a:pt x="863052" y="94139"/>
                  </a:lnTo>
                  <a:lnTo>
                    <a:pt x="821284" y="111385"/>
                  </a:lnTo>
                  <a:lnTo>
                    <a:pt x="780227" y="129963"/>
                  </a:lnTo>
                  <a:lnTo>
                    <a:pt x="739907" y="149845"/>
                  </a:lnTo>
                  <a:lnTo>
                    <a:pt x="700352" y="171004"/>
                  </a:lnTo>
                  <a:lnTo>
                    <a:pt x="661589" y="193413"/>
                  </a:lnTo>
                  <a:lnTo>
                    <a:pt x="623645" y="217045"/>
                  </a:lnTo>
                  <a:lnTo>
                    <a:pt x="586546" y="241874"/>
                  </a:lnTo>
                  <a:lnTo>
                    <a:pt x="550321" y="267872"/>
                  </a:lnTo>
                  <a:lnTo>
                    <a:pt x="514995" y="295012"/>
                  </a:lnTo>
                  <a:lnTo>
                    <a:pt x="480596" y="323267"/>
                  </a:lnTo>
                  <a:lnTo>
                    <a:pt x="447151" y="352610"/>
                  </a:lnTo>
                  <a:lnTo>
                    <a:pt x="414686" y="383015"/>
                  </a:lnTo>
                  <a:lnTo>
                    <a:pt x="383230" y="414453"/>
                  </a:lnTo>
                  <a:lnTo>
                    <a:pt x="352808" y="446900"/>
                  </a:lnTo>
                  <a:lnTo>
                    <a:pt x="323448" y="480326"/>
                  </a:lnTo>
                  <a:lnTo>
                    <a:pt x="295177" y="514706"/>
                  </a:lnTo>
                  <a:lnTo>
                    <a:pt x="268022" y="550012"/>
                  </a:lnTo>
                  <a:lnTo>
                    <a:pt x="242010" y="586217"/>
                  </a:lnTo>
                  <a:lnTo>
                    <a:pt x="217167" y="623295"/>
                  </a:lnTo>
                  <a:lnTo>
                    <a:pt x="193522" y="661218"/>
                  </a:lnTo>
                  <a:lnTo>
                    <a:pt x="171100" y="699959"/>
                  </a:lnTo>
                  <a:lnTo>
                    <a:pt x="149929" y="739492"/>
                  </a:lnTo>
                  <a:lnTo>
                    <a:pt x="130036" y="779789"/>
                  </a:lnTo>
                  <a:lnTo>
                    <a:pt x="111448" y="820824"/>
                  </a:lnTo>
                  <a:lnTo>
                    <a:pt x="94192" y="862569"/>
                  </a:lnTo>
                  <a:lnTo>
                    <a:pt x="78294" y="904997"/>
                  </a:lnTo>
                  <a:lnTo>
                    <a:pt x="63783" y="948082"/>
                  </a:lnTo>
                  <a:lnTo>
                    <a:pt x="50684" y="991796"/>
                  </a:lnTo>
                  <a:lnTo>
                    <a:pt x="39026" y="1036113"/>
                  </a:lnTo>
                  <a:lnTo>
                    <a:pt x="28834" y="1081005"/>
                  </a:lnTo>
                  <a:lnTo>
                    <a:pt x="20136" y="1126446"/>
                  </a:lnTo>
                  <a:lnTo>
                    <a:pt x="12959" y="1172408"/>
                  </a:lnTo>
                  <a:lnTo>
                    <a:pt x="7330" y="1218864"/>
                  </a:lnTo>
                  <a:lnTo>
                    <a:pt x="3275" y="1265789"/>
                  </a:lnTo>
                  <a:lnTo>
                    <a:pt x="823" y="1313153"/>
                  </a:lnTo>
                  <a:lnTo>
                    <a:pt x="0" y="1360931"/>
                  </a:lnTo>
                  <a:lnTo>
                    <a:pt x="823" y="1408710"/>
                  </a:lnTo>
                  <a:lnTo>
                    <a:pt x="3275" y="1456074"/>
                  </a:lnTo>
                  <a:lnTo>
                    <a:pt x="7330" y="1502999"/>
                  </a:lnTo>
                  <a:lnTo>
                    <a:pt x="12959" y="1549455"/>
                  </a:lnTo>
                  <a:lnTo>
                    <a:pt x="20136" y="1595417"/>
                  </a:lnTo>
                  <a:lnTo>
                    <a:pt x="28834" y="1640858"/>
                  </a:lnTo>
                  <a:lnTo>
                    <a:pt x="39026" y="1685750"/>
                  </a:lnTo>
                  <a:lnTo>
                    <a:pt x="50684" y="1730067"/>
                  </a:lnTo>
                  <a:lnTo>
                    <a:pt x="63783" y="1773781"/>
                  </a:lnTo>
                  <a:lnTo>
                    <a:pt x="78294" y="1816866"/>
                  </a:lnTo>
                  <a:lnTo>
                    <a:pt x="94192" y="1859294"/>
                  </a:lnTo>
                  <a:lnTo>
                    <a:pt x="111448" y="1901039"/>
                  </a:lnTo>
                  <a:lnTo>
                    <a:pt x="130036" y="1942074"/>
                  </a:lnTo>
                  <a:lnTo>
                    <a:pt x="149929" y="1982371"/>
                  </a:lnTo>
                  <a:lnTo>
                    <a:pt x="171100" y="2021904"/>
                  </a:lnTo>
                  <a:lnTo>
                    <a:pt x="193522" y="2060645"/>
                  </a:lnTo>
                  <a:lnTo>
                    <a:pt x="217167" y="2098568"/>
                  </a:lnTo>
                  <a:lnTo>
                    <a:pt x="242010" y="2135646"/>
                  </a:lnTo>
                  <a:lnTo>
                    <a:pt x="268022" y="2171851"/>
                  </a:lnTo>
                  <a:lnTo>
                    <a:pt x="295177" y="2207157"/>
                  </a:lnTo>
                  <a:lnTo>
                    <a:pt x="323448" y="2241537"/>
                  </a:lnTo>
                  <a:lnTo>
                    <a:pt x="352808" y="2274963"/>
                  </a:lnTo>
                  <a:lnTo>
                    <a:pt x="383230" y="2307410"/>
                  </a:lnTo>
                  <a:lnTo>
                    <a:pt x="414686" y="2338848"/>
                  </a:lnTo>
                  <a:lnTo>
                    <a:pt x="447151" y="2369253"/>
                  </a:lnTo>
                  <a:lnTo>
                    <a:pt x="480596" y="2398596"/>
                  </a:lnTo>
                  <a:lnTo>
                    <a:pt x="514995" y="2426851"/>
                  </a:lnTo>
                  <a:lnTo>
                    <a:pt x="550321" y="2453991"/>
                  </a:lnTo>
                  <a:lnTo>
                    <a:pt x="586546" y="2479989"/>
                  </a:lnTo>
                  <a:lnTo>
                    <a:pt x="623645" y="2504818"/>
                  </a:lnTo>
                  <a:lnTo>
                    <a:pt x="661589" y="2528450"/>
                  </a:lnTo>
                  <a:lnTo>
                    <a:pt x="700352" y="2550859"/>
                  </a:lnTo>
                  <a:lnTo>
                    <a:pt x="739907" y="2572018"/>
                  </a:lnTo>
                  <a:lnTo>
                    <a:pt x="780227" y="2591900"/>
                  </a:lnTo>
                  <a:lnTo>
                    <a:pt x="821284" y="2610478"/>
                  </a:lnTo>
                  <a:lnTo>
                    <a:pt x="863052" y="2627724"/>
                  </a:lnTo>
                  <a:lnTo>
                    <a:pt x="905504" y="2643613"/>
                  </a:lnTo>
                  <a:lnTo>
                    <a:pt x="948613" y="2658116"/>
                  </a:lnTo>
                  <a:lnTo>
                    <a:pt x="992352" y="2671207"/>
                  </a:lnTo>
                  <a:lnTo>
                    <a:pt x="1036694" y="2682859"/>
                  </a:lnTo>
                  <a:lnTo>
                    <a:pt x="1081611" y="2693045"/>
                  </a:lnTo>
                  <a:lnTo>
                    <a:pt x="1127077" y="2701739"/>
                  </a:lnTo>
                  <a:lnTo>
                    <a:pt x="1173065" y="2708912"/>
                  </a:lnTo>
                  <a:lnTo>
                    <a:pt x="1219547" y="2714538"/>
                  </a:lnTo>
                  <a:lnTo>
                    <a:pt x="1266498" y="2718590"/>
                  </a:lnTo>
                  <a:lnTo>
                    <a:pt x="1313889" y="2721041"/>
                  </a:lnTo>
                  <a:lnTo>
                    <a:pt x="1361694" y="2721863"/>
                  </a:lnTo>
                  <a:lnTo>
                    <a:pt x="1409498" y="2721041"/>
                  </a:lnTo>
                  <a:lnTo>
                    <a:pt x="1456889" y="2718590"/>
                  </a:lnTo>
                  <a:lnTo>
                    <a:pt x="1503840" y="2714538"/>
                  </a:lnTo>
                  <a:lnTo>
                    <a:pt x="1550322" y="2708912"/>
                  </a:lnTo>
                  <a:lnTo>
                    <a:pt x="1596310" y="2701739"/>
                  </a:lnTo>
                  <a:lnTo>
                    <a:pt x="1641776" y="2693045"/>
                  </a:lnTo>
                  <a:lnTo>
                    <a:pt x="1686693" y="2682859"/>
                  </a:lnTo>
                  <a:lnTo>
                    <a:pt x="1731035" y="2671207"/>
                  </a:lnTo>
                  <a:lnTo>
                    <a:pt x="1774774" y="2658116"/>
                  </a:lnTo>
                  <a:lnTo>
                    <a:pt x="1817883" y="2643613"/>
                  </a:lnTo>
                  <a:lnTo>
                    <a:pt x="1860335" y="2627724"/>
                  </a:lnTo>
                  <a:lnTo>
                    <a:pt x="1902103" y="2610478"/>
                  </a:lnTo>
                  <a:lnTo>
                    <a:pt x="1943160" y="2591900"/>
                  </a:lnTo>
                  <a:lnTo>
                    <a:pt x="1983480" y="2572018"/>
                  </a:lnTo>
                  <a:lnTo>
                    <a:pt x="2023035" y="2550859"/>
                  </a:lnTo>
                  <a:lnTo>
                    <a:pt x="2061798" y="2528450"/>
                  </a:lnTo>
                  <a:lnTo>
                    <a:pt x="2099742" y="2504818"/>
                  </a:lnTo>
                  <a:lnTo>
                    <a:pt x="2136841" y="2479989"/>
                  </a:lnTo>
                  <a:lnTo>
                    <a:pt x="2173066" y="2453991"/>
                  </a:lnTo>
                  <a:lnTo>
                    <a:pt x="2208392" y="2426851"/>
                  </a:lnTo>
                  <a:lnTo>
                    <a:pt x="2242791" y="2398596"/>
                  </a:lnTo>
                  <a:lnTo>
                    <a:pt x="2276236" y="2369253"/>
                  </a:lnTo>
                  <a:lnTo>
                    <a:pt x="2308701" y="2338848"/>
                  </a:lnTo>
                  <a:lnTo>
                    <a:pt x="2340157" y="2307410"/>
                  </a:lnTo>
                  <a:lnTo>
                    <a:pt x="2370579" y="2274963"/>
                  </a:lnTo>
                  <a:lnTo>
                    <a:pt x="2399939" y="2241537"/>
                  </a:lnTo>
                  <a:lnTo>
                    <a:pt x="2428210" y="2207157"/>
                  </a:lnTo>
                  <a:lnTo>
                    <a:pt x="2455365" y="2171851"/>
                  </a:lnTo>
                  <a:lnTo>
                    <a:pt x="2481377" y="2135646"/>
                  </a:lnTo>
                  <a:lnTo>
                    <a:pt x="2506220" y="2098568"/>
                  </a:lnTo>
                  <a:lnTo>
                    <a:pt x="2529865" y="2060645"/>
                  </a:lnTo>
                  <a:lnTo>
                    <a:pt x="2552287" y="2021904"/>
                  </a:lnTo>
                  <a:lnTo>
                    <a:pt x="2573458" y="1982371"/>
                  </a:lnTo>
                  <a:lnTo>
                    <a:pt x="2593351" y="1942074"/>
                  </a:lnTo>
                  <a:lnTo>
                    <a:pt x="2611939" y="1901039"/>
                  </a:lnTo>
                  <a:lnTo>
                    <a:pt x="2629195" y="1859294"/>
                  </a:lnTo>
                  <a:lnTo>
                    <a:pt x="2645093" y="1816866"/>
                  </a:lnTo>
                  <a:lnTo>
                    <a:pt x="2659604" y="1773781"/>
                  </a:lnTo>
                  <a:lnTo>
                    <a:pt x="2672703" y="1730067"/>
                  </a:lnTo>
                  <a:lnTo>
                    <a:pt x="2684361" y="1685750"/>
                  </a:lnTo>
                  <a:lnTo>
                    <a:pt x="2694553" y="1640858"/>
                  </a:lnTo>
                  <a:lnTo>
                    <a:pt x="2703251" y="1595417"/>
                  </a:lnTo>
                  <a:lnTo>
                    <a:pt x="2710428" y="1549455"/>
                  </a:lnTo>
                  <a:lnTo>
                    <a:pt x="2716057" y="1502999"/>
                  </a:lnTo>
                  <a:lnTo>
                    <a:pt x="2720112" y="1456074"/>
                  </a:lnTo>
                  <a:lnTo>
                    <a:pt x="2722564" y="1408710"/>
                  </a:lnTo>
                  <a:lnTo>
                    <a:pt x="2723388" y="1360931"/>
                  </a:lnTo>
                  <a:lnTo>
                    <a:pt x="2722564" y="1313153"/>
                  </a:lnTo>
                  <a:lnTo>
                    <a:pt x="2720112" y="1265789"/>
                  </a:lnTo>
                  <a:lnTo>
                    <a:pt x="2716057" y="1218864"/>
                  </a:lnTo>
                  <a:lnTo>
                    <a:pt x="2710428" y="1172408"/>
                  </a:lnTo>
                  <a:lnTo>
                    <a:pt x="2703251" y="1126446"/>
                  </a:lnTo>
                  <a:lnTo>
                    <a:pt x="2694553" y="1081005"/>
                  </a:lnTo>
                  <a:lnTo>
                    <a:pt x="2684361" y="1036113"/>
                  </a:lnTo>
                  <a:lnTo>
                    <a:pt x="2672703" y="991796"/>
                  </a:lnTo>
                  <a:lnTo>
                    <a:pt x="2659604" y="948082"/>
                  </a:lnTo>
                  <a:lnTo>
                    <a:pt x="2645093" y="904997"/>
                  </a:lnTo>
                  <a:lnTo>
                    <a:pt x="2629195" y="862569"/>
                  </a:lnTo>
                  <a:lnTo>
                    <a:pt x="2611939" y="820824"/>
                  </a:lnTo>
                  <a:lnTo>
                    <a:pt x="2593351" y="779789"/>
                  </a:lnTo>
                  <a:lnTo>
                    <a:pt x="2573458" y="739492"/>
                  </a:lnTo>
                  <a:lnTo>
                    <a:pt x="2552287" y="699959"/>
                  </a:lnTo>
                  <a:lnTo>
                    <a:pt x="2529865" y="661218"/>
                  </a:lnTo>
                  <a:lnTo>
                    <a:pt x="2506220" y="623295"/>
                  </a:lnTo>
                  <a:lnTo>
                    <a:pt x="2481377" y="586217"/>
                  </a:lnTo>
                  <a:lnTo>
                    <a:pt x="2455365" y="550012"/>
                  </a:lnTo>
                  <a:lnTo>
                    <a:pt x="2428210" y="514706"/>
                  </a:lnTo>
                  <a:lnTo>
                    <a:pt x="2399939" y="480326"/>
                  </a:lnTo>
                  <a:lnTo>
                    <a:pt x="2370579" y="446900"/>
                  </a:lnTo>
                  <a:lnTo>
                    <a:pt x="2340157" y="414453"/>
                  </a:lnTo>
                  <a:lnTo>
                    <a:pt x="2308701" y="383015"/>
                  </a:lnTo>
                  <a:lnTo>
                    <a:pt x="2276236" y="352610"/>
                  </a:lnTo>
                  <a:lnTo>
                    <a:pt x="2242791" y="323267"/>
                  </a:lnTo>
                  <a:lnTo>
                    <a:pt x="2208392" y="295012"/>
                  </a:lnTo>
                  <a:lnTo>
                    <a:pt x="2173066" y="267872"/>
                  </a:lnTo>
                  <a:lnTo>
                    <a:pt x="2136841" y="241874"/>
                  </a:lnTo>
                  <a:lnTo>
                    <a:pt x="2099742" y="217045"/>
                  </a:lnTo>
                  <a:lnTo>
                    <a:pt x="2061798" y="193413"/>
                  </a:lnTo>
                  <a:lnTo>
                    <a:pt x="2023035" y="171004"/>
                  </a:lnTo>
                  <a:lnTo>
                    <a:pt x="1983480" y="149845"/>
                  </a:lnTo>
                  <a:lnTo>
                    <a:pt x="1943160" y="129963"/>
                  </a:lnTo>
                  <a:lnTo>
                    <a:pt x="1902103" y="111385"/>
                  </a:lnTo>
                  <a:lnTo>
                    <a:pt x="1860335" y="94139"/>
                  </a:lnTo>
                  <a:lnTo>
                    <a:pt x="1817883" y="78250"/>
                  </a:lnTo>
                  <a:lnTo>
                    <a:pt x="1774774" y="63747"/>
                  </a:lnTo>
                  <a:lnTo>
                    <a:pt x="1731035" y="50656"/>
                  </a:lnTo>
                  <a:lnTo>
                    <a:pt x="1686693" y="39004"/>
                  </a:lnTo>
                  <a:lnTo>
                    <a:pt x="1641776" y="28818"/>
                  </a:lnTo>
                  <a:lnTo>
                    <a:pt x="1596310" y="20124"/>
                  </a:lnTo>
                  <a:lnTo>
                    <a:pt x="1550322" y="12951"/>
                  </a:lnTo>
                  <a:lnTo>
                    <a:pt x="1503840" y="7325"/>
                  </a:lnTo>
                  <a:lnTo>
                    <a:pt x="1456889" y="3273"/>
                  </a:lnTo>
                  <a:lnTo>
                    <a:pt x="1409498" y="822"/>
                  </a:lnTo>
                  <a:lnTo>
                    <a:pt x="13616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lang="ru-RU" spc="120" dirty="0" smtClean="0"/>
              <a:t>Актуальность</a:t>
            </a:r>
            <a:endParaRPr spc="145" dirty="0"/>
          </a:p>
        </p:txBody>
      </p:sp>
      <p:sp>
        <p:nvSpPr>
          <p:cNvPr id="6" name="object 6"/>
          <p:cNvSpPr txBox="1"/>
          <p:nvPr/>
        </p:nvSpPr>
        <p:spPr>
          <a:xfrm>
            <a:off x="7286752" y="551102"/>
            <a:ext cx="8467598" cy="4390945"/>
          </a:xfrm>
          <a:prstGeom prst="rect">
            <a:avLst/>
          </a:prstGeom>
        </p:spPr>
        <p:txBody>
          <a:bodyPr vert="horz" wrap="square" lIns="0" tIns="233679" rIns="0" bIns="0" rtlCol="0">
            <a:spAutoFit/>
          </a:bodyPr>
          <a:lstStyle/>
          <a:p>
            <a:pPr marL="0" indent="0">
              <a:buNone/>
            </a:pPr>
            <a:r>
              <a:rPr lang="ru-RU" sz="3000" dirty="0" smtClean="0">
                <a:latin typeface="Trebuchet MS" panose="020B0603020202020204" pitchFamily="34" charset="0"/>
              </a:rPr>
              <a:t>Актуальность проекта подкрепляется устойчивой популярностью жанра </a:t>
            </a:r>
            <a:r>
              <a:rPr lang="ru-RU" sz="3000" dirty="0" err="1" smtClean="0">
                <a:latin typeface="Trebuchet MS" panose="020B0603020202020204" pitchFamily="34" charset="0"/>
              </a:rPr>
              <a:t>roguelike</a:t>
            </a:r>
            <a:r>
              <a:rPr lang="ru-RU" sz="3000" dirty="0" smtClean="0">
                <a:latin typeface="Trebuchet MS" panose="020B0603020202020204" pitchFamily="34" charset="0"/>
              </a:rPr>
              <a:t> среди игроков и постоянным интересом разработчиков к контенту. Освоение </a:t>
            </a:r>
            <a:r>
              <a:rPr lang="ru-RU" sz="3000" dirty="0" err="1" smtClean="0">
                <a:latin typeface="Trebuchet MS" panose="020B0603020202020204" pitchFamily="34" charset="0"/>
              </a:rPr>
              <a:t>Python</a:t>
            </a:r>
            <a:r>
              <a:rPr lang="ru-RU" sz="3000" dirty="0" smtClean="0">
                <a:latin typeface="Trebuchet MS" panose="020B0603020202020204" pitchFamily="34" charset="0"/>
              </a:rPr>
              <a:t> в связке с библиотекой </a:t>
            </a:r>
            <a:r>
              <a:rPr lang="ru-RU" sz="3000" dirty="0" err="1" smtClean="0">
                <a:latin typeface="Trebuchet MS" panose="020B0603020202020204" pitchFamily="34" charset="0"/>
              </a:rPr>
              <a:t>Arcade</a:t>
            </a:r>
            <a:r>
              <a:rPr lang="ru-RU" sz="3000" dirty="0" smtClean="0">
                <a:latin typeface="Trebuchet MS" panose="020B0603020202020204" pitchFamily="34" charset="0"/>
              </a:rPr>
              <a:t> позволяет не только погрузиться в мир 2D-графики и игровой физики, но и получить опыт структурирования крупного программного продукта</a:t>
            </a:r>
            <a:endParaRPr lang="ru-RU" sz="3000" dirty="0">
              <a:latin typeface="Trebuchet MS" panose="020B0603020202020204" pitchFamily="34" charset="0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3851" y="4276344"/>
            <a:ext cx="2203703" cy="182803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0765" y="5265737"/>
            <a:ext cx="8126984" cy="40634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68511" y="0"/>
            <a:ext cx="8669020" cy="9752330"/>
          </a:xfrm>
          <a:custGeom>
            <a:avLst/>
            <a:gdLst/>
            <a:ahLst/>
            <a:cxnLst/>
            <a:rect l="l" t="t" r="r" b="b"/>
            <a:pathLst>
              <a:path w="8669019" h="9752330">
                <a:moveTo>
                  <a:pt x="8668512" y="0"/>
                </a:moveTo>
                <a:lnTo>
                  <a:pt x="0" y="0"/>
                </a:lnTo>
                <a:lnTo>
                  <a:pt x="0" y="9752076"/>
                </a:lnTo>
                <a:lnTo>
                  <a:pt x="8668512" y="9752076"/>
                </a:lnTo>
                <a:lnTo>
                  <a:pt x="8668512" y="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872324" y="2946358"/>
            <a:ext cx="15652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3200" spc="105" dirty="0" smtClean="0">
                <a:latin typeface="Trebuchet MS"/>
                <a:cs typeface="Trebuchet MS"/>
              </a:rPr>
              <a:t>Задачи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lang="ru-RU" spc="165" dirty="0" smtClean="0"/>
              <a:t>Цель и задачи проекта</a:t>
            </a:r>
            <a:endParaRPr spc="85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4248" y="2595372"/>
            <a:ext cx="1424939" cy="118871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006959" y="4544363"/>
            <a:ext cx="5681345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indent="0">
              <a:buNone/>
            </a:pPr>
            <a:r>
              <a:rPr lang="ru-RU" sz="2400" dirty="0" smtClean="0">
                <a:latin typeface="Trebuchet MS" panose="020B0603020202020204" pitchFamily="34" charset="0"/>
              </a:rPr>
              <a:t>Создать успешную </a:t>
            </a:r>
            <a:r>
              <a:rPr lang="ru-RU" sz="2400" dirty="0" err="1" smtClean="0">
                <a:latin typeface="Trebuchet MS" panose="020B0603020202020204" pitchFamily="34" charset="0"/>
              </a:rPr>
              <a:t>roguelike</a:t>
            </a:r>
            <a:r>
              <a:rPr lang="ru-RU" sz="2400" dirty="0" smtClean="0">
                <a:latin typeface="Trebuchet MS" panose="020B0603020202020204" pitchFamily="34" charset="0"/>
              </a:rPr>
              <a:t>-игру в духе </a:t>
            </a:r>
            <a:r>
              <a:rPr lang="ru-RU" sz="2400" dirty="0" err="1" smtClean="0">
                <a:latin typeface="Trebuchet MS" panose="020B0603020202020204" pitchFamily="34" charset="0"/>
              </a:rPr>
              <a:t>The</a:t>
            </a:r>
            <a:r>
              <a:rPr lang="ru-RU" sz="2400" dirty="0" smtClean="0">
                <a:latin typeface="Trebuchet MS" panose="020B0603020202020204" pitchFamily="34" charset="0"/>
              </a:rPr>
              <a:t> </a:t>
            </a:r>
            <a:r>
              <a:rPr lang="ru-RU" sz="2400" dirty="0" err="1" smtClean="0">
                <a:latin typeface="Trebuchet MS" panose="020B0603020202020204" pitchFamily="34" charset="0"/>
              </a:rPr>
              <a:t>Binding</a:t>
            </a:r>
            <a:r>
              <a:rPr lang="ru-RU" sz="2400" dirty="0" smtClean="0">
                <a:latin typeface="Trebuchet MS" panose="020B0603020202020204" pitchFamily="34" charset="0"/>
              </a:rPr>
              <a:t> </a:t>
            </a:r>
            <a:r>
              <a:rPr lang="ru-RU" sz="2400" dirty="0" err="1" smtClean="0">
                <a:latin typeface="Trebuchet MS" panose="020B0603020202020204" pitchFamily="34" charset="0"/>
              </a:rPr>
              <a:t>of</a:t>
            </a:r>
            <a:r>
              <a:rPr lang="ru-RU" sz="2400" dirty="0" smtClean="0">
                <a:latin typeface="Trebuchet MS" panose="020B0603020202020204" pitchFamily="34" charset="0"/>
              </a:rPr>
              <a:t> </a:t>
            </a:r>
            <a:r>
              <a:rPr lang="ru-RU" sz="2400" dirty="0" err="1" smtClean="0">
                <a:latin typeface="Trebuchet MS" panose="020B0603020202020204" pitchFamily="34" charset="0"/>
              </a:rPr>
              <a:t>Isaac</a:t>
            </a:r>
            <a:r>
              <a:rPr lang="ru-RU" sz="2400" dirty="0" smtClean="0">
                <a:latin typeface="Trebuchet MS" panose="020B0603020202020204" pitchFamily="34" charset="0"/>
              </a:rPr>
              <a:t>, которая сохранит главные принципы жанра</a:t>
            </a:r>
            <a:r>
              <a:rPr lang="ru-RU" sz="2400" dirty="0">
                <a:latin typeface="Trebuchet MS" panose="020B0603020202020204" pitchFamily="34" charset="0"/>
              </a:rPr>
              <a:t> </a:t>
            </a:r>
            <a:r>
              <a:rPr lang="ru-RU" sz="2400" dirty="0" smtClean="0">
                <a:latin typeface="Trebuchet MS" panose="020B0603020202020204" pitchFamily="34" charset="0"/>
              </a:rPr>
              <a:t>и предложит свой уникальные фишки</a:t>
            </a:r>
            <a:endParaRPr lang="en-US" sz="2400" dirty="0" smtClean="0">
              <a:latin typeface="Trebuchet MS" panose="020B0603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94801" y="4545887"/>
            <a:ext cx="5732780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350" indent="-514350">
              <a:buAutoNum type="arabicParenR"/>
            </a:pPr>
            <a:r>
              <a:rPr lang="ru-RU" sz="2400" dirty="0" smtClean="0">
                <a:latin typeface="Trebuchet MS" panose="020B0603020202020204" pitchFamily="34" charset="0"/>
              </a:rPr>
              <a:t>Просмотр основных стеков технологий</a:t>
            </a:r>
          </a:p>
          <a:p>
            <a:pPr marL="514350" indent="-514350">
              <a:buAutoNum type="arabicParenR"/>
            </a:pPr>
            <a:r>
              <a:rPr lang="ru-RU" sz="2400" dirty="0" smtClean="0">
                <a:latin typeface="Trebuchet MS" panose="020B0603020202020204" pitchFamily="34" charset="0"/>
              </a:rPr>
              <a:t>Поиск спрайтов</a:t>
            </a:r>
            <a:r>
              <a:rPr lang="en-US" sz="2400" dirty="0" smtClean="0">
                <a:latin typeface="Trebuchet MS" panose="020B0603020202020204" pitchFamily="34" charset="0"/>
              </a:rPr>
              <a:t>, </a:t>
            </a:r>
            <a:r>
              <a:rPr lang="ru-RU" sz="2400" dirty="0" smtClean="0">
                <a:latin typeface="Trebuchet MS" panose="020B0603020202020204" pitchFamily="34" charset="0"/>
              </a:rPr>
              <a:t>создание </a:t>
            </a:r>
            <a:r>
              <a:rPr lang="ru-RU" sz="2400" dirty="0" err="1" smtClean="0">
                <a:latin typeface="Trebuchet MS" panose="020B0603020202020204" pitchFamily="34" charset="0"/>
              </a:rPr>
              <a:t>бд</a:t>
            </a:r>
            <a:r>
              <a:rPr lang="ru-RU" sz="2400" dirty="0" smtClean="0">
                <a:latin typeface="Trebuchet MS" panose="020B0603020202020204" pitchFamily="34" charset="0"/>
              </a:rPr>
              <a:t> и т</a:t>
            </a:r>
            <a:r>
              <a:rPr lang="en-US" sz="2400" dirty="0" smtClean="0">
                <a:latin typeface="Trebuchet MS" panose="020B0603020202020204" pitchFamily="34" charset="0"/>
              </a:rPr>
              <a:t>.</a:t>
            </a:r>
            <a:r>
              <a:rPr lang="ru-RU" sz="2400" dirty="0" smtClean="0">
                <a:latin typeface="Trebuchet MS" panose="020B0603020202020204" pitchFamily="34" charset="0"/>
              </a:rPr>
              <a:t>д</a:t>
            </a:r>
            <a:r>
              <a:rPr lang="en-US" sz="2400" dirty="0" smtClean="0">
                <a:latin typeface="Trebuchet MS" panose="020B0603020202020204" pitchFamily="34" charset="0"/>
              </a:rPr>
              <a:t>.</a:t>
            </a:r>
            <a:endParaRPr lang="ru-RU" sz="2400" dirty="0" smtClean="0">
              <a:latin typeface="Trebuchet MS" panose="020B0603020202020204" pitchFamily="34" charset="0"/>
            </a:endParaRPr>
          </a:p>
          <a:p>
            <a:pPr marL="514350" indent="-514350">
              <a:buAutoNum type="arabicParenR"/>
            </a:pPr>
            <a:r>
              <a:rPr lang="ru-RU" sz="2400" dirty="0" smtClean="0">
                <a:latin typeface="Trebuchet MS" panose="020B0603020202020204" pitchFamily="34" charset="0"/>
              </a:rPr>
              <a:t>Создание игры</a:t>
            </a: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05643" y="2601468"/>
            <a:ext cx="1418843" cy="118262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704637" y="2946358"/>
            <a:ext cx="10318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80" dirty="0" err="1" smtClean="0">
                <a:latin typeface="Trebuchet MS"/>
                <a:cs typeface="Trebuchet MS"/>
              </a:rPr>
              <a:t>Цел</a:t>
            </a:r>
            <a:r>
              <a:rPr lang="ru-RU" sz="3200" spc="80" dirty="0">
                <a:latin typeface="Trebuchet MS"/>
                <a:cs typeface="Trebuchet MS"/>
              </a:rPr>
              <a:t>ь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208418" y="9051300"/>
            <a:ext cx="1975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Trebuchet MS"/>
                <a:cs typeface="Trebuchet MS"/>
              </a:rPr>
              <a:t>yandexlyceum.ru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29351" y="242293"/>
            <a:ext cx="2729483" cy="960119"/>
          </a:xfrm>
          <a:prstGeom prst="rect">
            <a:avLst/>
          </a:prstGeom>
        </p:spPr>
      </p:pic>
      <p:sp>
        <p:nvSpPr>
          <p:cNvPr id="6" name="object 5"/>
          <p:cNvSpPr txBox="1">
            <a:spLocks noGrp="1"/>
          </p:cNvSpPr>
          <p:nvPr>
            <p:ph type="title"/>
          </p:nvPr>
        </p:nvSpPr>
        <p:spPr>
          <a:xfrm>
            <a:off x="634418" y="389613"/>
            <a:ext cx="7140709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lang="ru-RU" spc="-10" dirty="0" smtClean="0"/>
              <a:t>Основные стеки технологий</a:t>
            </a:r>
            <a:endParaRPr spc="-10" dirty="0"/>
          </a:p>
        </p:txBody>
      </p:sp>
      <p:grpSp>
        <p:nvGrpSpPr>
          <p:cNvPr id="7" name="object 6"/>
          <p:cNvGrpSpPr/>
          <p:nvPr/>
        </p:nvGrpSpPr>
        <p:grpSpPr>
          <a:xfrm>
            <a:off x="7775127" y="1835008"/>
            <a:ext cx="2152191" cy="2070402"/>
            <a:chOff x="2357627" y="2534411"/>
            <a:chExt cx="2353310" cy="2353310"/>
          </a:xfrm>
        </p:grpSpPr>
        <p:sp>
          <p:nvSpPr>
            <p:cNvPr id="10" name="object 7"/>
            <p:cNvSpPr/>
            <p:nvPr/>
          </p:nvSpPr>
          <p:spPr>
            <a:xfrm>
              <a:off x="2357627" y="2534411"/>
              <a:ext cx="2353310" cy="2353310"/>
            </a:xfrm>
            <a:custGeom>
              <a:avLst/>
              <a:gdLst/>
              <a:ahLst/>
              <a:cxnLst/>
              <a:rect l="l" t="t" r="r" b="b"/>
              <a:pathLst>
                <a:path w="2353310" h="2353310">
                  <a:moveTo>
                    <a:pt x="1176528" y="0"/>
                  </a:moveTo>
                  <a:lnTo>
                    <a:pt x="1128031" y="981"/>
                  </a:lnTo>
                  <a:lnTo>
                    <a:pt x="1080033" y="3900"/>
                  </a:lnTo>
                  <a:lnTo>
                    <a:pt x="1032573" y="8718"/>
                  </a:lnTo>
                  <a:lnTo>
                    <a:pt x="985687" y="15398"/>
                  </a:lnTo>
                  <a:lnTo>
                    <a:pt x="939415" y="23902"/>
                  </a:lnTo>
                  <a:lnTo>
                    <a:pt x="893793" y="34192"/>
                  </a:lnTo>
                  <a:lnTo>
                    <a:pt x="848859" y="46231"/>
                  </a:lnTo>
                  <a:lnTo>
                    <a:pt x="804652" y="59979"/>
                  </a:lnTo>
                  <a:lnTo>
                    <a:pt x="761209" y="75400"/>
                  </a:lnTo>
                  <a:lnTo>
                    <a:pt x="718568" y="92456"/>
                  </a:lnTo>
                  <a:lnTo>
                    <a:pt x="676767" y="111109"/>
                  </a:lnTo>
                  <a:lnTo>
                    <a:pt x="635843" y="131321"/>
                  </a:lnTo>
                  <a:lnTo>
                    <a:pt x="595835" y="153053"/>
                  </a:lnTo>
                  <a:lnTo>
                    <a:pt x="556781" y="176269"/>
                  </a:lnTo>
                  <a:lnTo>
                    <a:pt x="518718" y="200931"/>
                  </a:lnTo>
                  <a:lnTo>
                    <a:pt x="481683" y="227000"/>
                  </a:lnTo>
                  <a:lnTo>
                    <a:pt x="445716" y="254439"/>
                  </a:lnTo>
                  <a:lnTo>
                    <a:pt x="410854" y="283209"/>
                  </a:lnTo>
                  <a:lnTo>
                    <a:pt x="377134" y="313274"/>
                  </a:lnTo>
                  <a:lnTo>
                    <a:pt x="344595" y="344595"/>
                  </a:lnTo>
                  <a:lnTo>
                    <a:pt x="313274" y="377134"/>
                  </a:lnTo>
                  <a:lnTo>
                    <a:pt x="283209" y="410854"/>
                  </a:lnTo>
                  <a:lnTo>
                    <a:pt x="254439" y="445716"/>
                  </a:lnTo>
                  <a:lnTo>
                    <a:pt x="227000" y="481683"/>
                  </a:lnTo>
                  <a:lnTo>
                    <a:pt x="200931" y="518718"/>
                  </a:lnTo>
                  <a:lnTo>
                    <a:pt x="176269" y="556781"/>
                  </a:lnTo>
                  <a:lnTo>
                    <a:pt x="153053" y="595835"/>
                  </a:lnTo>
                  <a:lnTo>
                    <a:pt x="131321" y="635843"/>
                  </a:lnTo>
                  <a:lnTo>
                    <a:pt x="111109" y="676767"/>
                  </a:lnTo>
                  <a:lnTo>
                    <a:pt x="92456" y="718568"/>
                  </a:lnTo>
                  <a:lnTo>
                    <a:pt x="75400" y="761209"/>
                  </a:lnTo>
                  <a:lnTo>
                    <a:pt x="59979" y="804652"/>
                  </a:lnTo>
                  <a:lnTo>
                    <a:pt x="46231" y="848859"/>
                  </a:lnTo>
                  <a:lnTo>
                    <a:pt x="34192" y="893793"/>
                  </a:lnTo>
                  <a:lnTo>
                    <a:pt x="23902" y="939415"/>
                  </a:lnTo>
                  <a:lnTo>
                    <a:pt x="15398" y="985687"/>
                  </a:lnTo>
                  <a:lnTo>
                    <a:pt x="8718" y="1032573"/>
                  </a:lnTo>
                  <a:lnTo>
                    <a:pt x="3900" y="1080033"/>
                  </a:lnTo>
                  <a:lnTo>
                    <a:pt x="981" y="1128031"/>
                  </a:lnTo>
                  <a:lnTo>
                    <a:pt x="0" y="1176528"/>
                  </a:lnTo>
                  <a:lnTo>
                    <a:pt x="981" y="1225024"/>
                  </a:lnTo>
                  <a:lnTo>
                    <a:pt x="3900" y="1273022"/>
                  </a:lnTo>
                  <a:lnTo>
                    <a:pt x="8718" y="1320482"/>
                  </a:lnTo>
                  <a:lnTo>
                    <a:pt x="15398" y="1367368"/>
                  </a:lnTo>
                  <a:lnTo>
                    <a:pt x="23902" y="1413640"/>
                  </a:lnTo>
                  <a:lnTo>
                    <a:pt x="34192" y="1459262"/>
                  </a:lnTo>
                  <a:lnTo>
                    <a:pt x="46231" y="1504196"/>
                  </a:lnTo>
                  <a:lnTo>
                    <a:pt x="59979" y="1548403"/>
                  </a:lnTo>
                  <a:lnTo>
                    <a:pt x="75400" y="1591846"/>
                  </a:lnTo>
                  <a:lnTo>
                    <a:pt x="92456" y="1634487"/>
                  </a:lnTo>
                  <a:lnTo>
                    <a:pt x="111109" y="1676288"/>
                  </a:lnTo>
                  <a:lnTo>
                    <a:pt x="131321" y="1717212"/>
                  </a:lnTo>
                  <a:lnTo>
                    <a:pt x="153053" y="1757220"/>
                  </a:lnTo>
                  <a:lnTo>
                    <a:pt x="176269" y="1796274"/>
                  </a:lnTo>
                  <a:lnTo>
                    <a:pt x="200931" y="1834337"/>
                  </a:lnTo>
                  <a:lnTo>
                    <a:pt x="227000" y="1871372"/>
                  </a:lnTo>
                  <a:lnTo>
                    <a:pt x="254439" y="1907339"/>
                  </a:lnTo>
                  <a:lnTo>
                    <a:pt x="283209" y="1942201"/>
                  </a:lnTo>
                  <a:lnTo>
                    <a:pt x="313274" y="1975921"/>
                  </a:lnTo>
                  <a:lnTo>
                    <a:pt x="344595" y="2008460"/>
                  </a:lnTo>
                  <a:lnTo>
                    <a:pt x="377134" y="2039781"/>
                  </a:lnTo>
                  <a:lnTo>
                    <a:pt x="410854" y="2069846"/>
                  </a:lnTo>
                  <a:lnTo>
                    <a:pt x="445716" y="2098616"/>
                  </a:lnTo>
                  <a:lnTo>
                    <a:pt x="481683" y="2126055"/>
                  </a:lnTo>
                  <a:lnTo>
                    <a:pt x="518718" y="2152124"/>
                  </a:lnTo>
                  <a:lnTo>
                    <a:pt x="556781" y="2176786"/>
                  </a:lnTo>
                  <a:lnTo>
                    <a:pt x="595835" y="2200002"/>
                  </a:lnTo>
                  <a:lnTo>
                    <a:pt x="635843" y="2221734"/>
                  </a:lnTo>
                  <a:lnTo>
                    <a:pt x="676767" y="2241946"/>
                  </a:lnTo>
                  <a:lnTo>
                    <a:pt x="718568" y="2260599"/>
                  </a:lnTo>
                  <a:lnTo>
                    <a:pt x="761209" y="2277655"/>
                  </a:lnTo>
                  <a:lnTo>
                    <a:pt x="804652" y="2293076"/>
                  </a:lnTo>
                  <a:lnTo>
                    <a:pt x="848859" y="2306824"/>
                  </a:lnTo>
                  <a:lnTo>
                    <a:pt x="893793" y="2318863"/>
                  </a:lnTo>
                  <a:lnTo>
                    <a:pt x="939415" y="2329153"/>
                  </a:lnTo>
                  <a:lnTo>
                    <a:pt x="985687" y="2337657"/>
                  </a:lnTo>
                  <a:lnTo>
                    <a:pt x="1032573" y="2344337"/>
                  </a:lnTo>
                  <a:lnTo>
                    <a:pt x="1080033" y="2349155"/>
                  </a:lnTo>
                  <a:lnTo>
                    <a:pt x="1128031" y="2352074"/>
                  </a:lnTo>
                  <a:lnTo>
                    <a:pt x="1176528" y="2353056"/>
                  </a:lnTo>
                  <a:lnTo>
                    <a:pt x="1225024" y="2352074"/>
                  </a:lnTo>
                  <a:lnTo>
                    <a:pt x="1273022" y="2349155"/>
                  </a:lnTo>
                  <a:lnTo>
                    <a:pt x="1320482" y="2344337"/>
                  </a:lnTo>
                  <a:lnTo>
                    <a:pt x="1367368" y="2337657"/>
                  </a:lnTo>
                  <a:lnTo>
                    <a:pt x="1413640" y="2329153"/>
                  </a:lnTo>
                  <a:lnTo>
                    <a:pt x="1459262" y="2318863"/>
                  </a:lnTo>
                  <a:lnTo>
                    <a:pt x="1504196" y="2306824"/>
                  </a:lnTo>
                  <a:lnTo>
                    <a:pt x="1548403" y="2293076"/>
                  </a:lnTo>
                  <a:lnTo>
                    <a:pt x="1591846" y="2277655"/>
                  </a:lnTo>
                  <a:lnTo>
                    <a:pt x="1634487" y="2260599"/>
                  </a:lnTo>
                  <a:lnTo>
                    <a:pt x="1676288" y="2241946"/>
                  </a:lnTo>
                  <a:lnTo>
                    <a:pt x="1717212" y="2221734"/>
                  </a:lnTo>
                  <a:lnTo>
                    <a:pt x="1757220" y="2200002"/>
                  </a:lnTo>
                  <a:lnTo>
                    <a:pt x="1796274" y="2176786"/>
                  </a:lnTo>
                  <a:lnTo>
                    <a:pt x="1834337" y="2152124"/>
                  </a:lnTo>
                  <a:lnTo>
                    <a:pt x="1871372" y="2126055"/>
                  </a:lnTo>
                  <a:lnTo>
                    <a:pt x="1907339" y="2098616"/>
                  </a:lnTo>
                  <a:lnTo>
                    <a:pt x="1942201" y="2069846"/>
                  </a:lnTo>
                  <a:lnTo>
                    <a:pt x="1975921" y="2039781"/>
                  </a:lnTo>
                  <a:lnTo>
                    <a:pt x="2008460" y="2008460"/>
                  </a:lnTo>
                  <a:lnTo>
                    <a:pt x="2039781" y="1975921"/>
                  </a:lnTo>
                  <a:lnTo>
                    <a:pt x="2069846" y="1942201"/>
                  </a:lnTo>
                  <a:lnTo>
                    <a:pt x="2098616" y="1907339"/>
                  </a:lnTo>
                  <a:lnTo>
                    <a:pt x="2126055" y="1871372"/>
                  </a:lnTo>
                  <a:lnTo>
                    <a:pt x="2152124" y="1834337"/>
                  </a:lnTo>
                  <a:lnTo>
                    <a:pt x="2176786" y="1796274"/>
                  </a:lnTo>
                  <a:lnTo>
                    <a:pt x="2200002" y="1757220"/>
                  </a:lnTo>
                  <a:lnTo>
                    <a:pt x="2221734" y="1717212"/>
                  </a:lnTo>
                  <a:lnTo>
                    <a:pt x="2241946" y="1676288"/>
                  </a:lnTo>
                  <a:lnTo>
                    <a:pt x="2260599" y="1634487"/>
                  </a:lnTo>
                  <a:lnTo>
                    <a:pt x="2277655" y="1591846"/>
                  </a:lnTo>
                  <a:lnTo>
                    <a:pt x="2293076" y="1548403"/>
                  </a:lnTo>
                  <a:lnTo>
                    <a:pt x="2306824" y="1504196"/>
                  </a:lnTo>
                  <a:lnTo>
                    <a:pt x="2318863" y="1459262"/>
                  </a:lnTo>
                  <a:lnTo>
                    <a:pt x="2329153" y="1413640"/>
                  </a:lnTo>
                  <a:lnTo>
                    <a:pt x="2337657" y="1367368"/>
                  </a:lnTo>
                  <a:lnTo>
                    <a:pt x="2344337" y="1320482"/>
                  </a:lnTo>
                  <a:lnTo>
                    <a:pt x="2349155" y="1273022"/>
                  </a:lnTo>
                  <a:lnTo>
                    <a:pt x="2352074" y="1225024"/>
                  </a:lnTo>
                  <a:lnTo>
                    <a:pt x="2353056" y="1176528"/>
                  </a:lnTo>
                  <a:lnTo>
                    <a:pt x="2352074" y="1128031"/>
                  </a:lnTo>
                  <a:lnTo>
                    <a:pt x="2349155" y="1080033"/>
                  </a:lnTo>
                  <a:lnTo>
                    <a:pt x="2344337" y="1032573"/>
                  </a:lnTo>
                  <a:lnTo>
                    <a:pt x="2337657" y="985687"/>
                  </a:lnTo>
                  <a:lnTo>
                    <a:pt x="2329153" y="939415"/>
                  </a:lnTo>
                  <a:lnTo>
                    <a:pt x="2318863" y="893793"/>
                  </a:lnTo>
                  <a:lnTo>
                    <a:pt x="2306824" y="848859"/>
                  </a:lnTo>
                  <a:lnTo>
                    <a:pt x="2293076" y="804652"/>
                  </a:lnTo>
                  <a:lnTo>
                    <a:pt x="2277655" y="761209"/>
                  </a:lnTo>
                  <a:lnTo>
                    <a:pt x="2260599" y="718568"/>
                  </a:lnTo>
                  <a:lnTo>
                    <a:pt x="2241946" y="676767"/>
                  </a:lnTo>
                  <a:lnTo>
                    <a:pt x="2221734" y="635843"/>
                  </a:lnTo>
                  <a:lnTo>
                    <a:pt x="2200002" y="595835"/>
                  </a:lnTo>
                  <a:lnTo>
                    <a:pt x="2176786" y="556781"/>
                  </a:lnTo>
                  <a:lnTo>
                    <a:pt x="2152124" y="518718"/>
                  </a:lnTo>
                  <a:lnTo>
                    <a:pt x="2126055" y="481683"/>
                  </a:lnTo>
                  <a:lnTo>
                    <a:pt x="2098616" y="445716"/>
                  </a:lnTo>
                  <a:lnTo>
                    <a:pt x="2069846" y="410854"/>
                  </a:lnTo>
                  <a:lnTo>
                    <a:pt x="2039781" y="377134"/>
                  </a:lnTo>
                  <a:lnTo>
                    <a:pt x="2008460" y="344595"/>
                  </a:lnTo>
                  <a:lnTo>
                    <a:pt x="1975921" y="313274"/>
                  </a:lnTo>
                  <a:lnTo>
                    <a:pt x="1942201" y="283209"/>
                  </a:lnTo>
                  <a:lnTo>
                    <a:pt x="1907339" y="254439"/>
                  </a:lnTo>
                  <a:lnTo>
                    <a:pt x="1871372" y="227000"/>
                  </a:lnTo>
                  <a:lnTo>
                    <a:pt x="1834337" y="200931"/>
                  </a:lnTo>
                  <a:lnTo>
                    <a:pt x="1796274" y="176269"/>
                  </a:lnTo>
                  <a:lnTo>
                    <a:pt x="1757220" y="153053"/>
                  </a:lnTo>
                  <a:lnTo>
                    <a:pt x="1717212" y="131321"/>
                  </a:lnTo>
                  <a:lnTo>
                    <a:pt x="1676288" y="111109"/>
                  </a:lnTo>
                  <a:lnTo>
                    <a:pt x="1634487" y="92456"/>
                  </a:lnTo>
                  <a:lnTo>
                    <a:pt x="1591846" y="75400"/>
                  </a:lnTo>
                  <a:lnTo>
                    <a:pt x="1548403" y="59979"/>
                  </a:lnTo>
                  <a:lnTo>
                    <a:pt x="1504196" y="46231"/>
                  </a:lnTo>
                  <a:lnTo>
                    <a:pt x="1459262" y="34192"/>
                  </a:lnTo>
                  <a:lnTo>
                    <a:pt x="1413640" y="23902"/>
                  </a:lnTo>
                  <a:lnTo>
                    <a:pt x="1367368" y="15398"/>
                  </a:lnTo>
                  <a:lnTo>
                    <a:pt x="1320482" y="8718"/>
                  </a:lnTo>
                  <a:lnTo>
                    <a:pt x="1273022" y="3900"/>
                  </a:lnTo>
                  <a:lnTo>
                    <a:pt x="1225024" y="981"/>
                  </a:lnTo>
                  <a:lnTo>
                    <a:pt x="1176528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 sz="2000"/>
            </a:p>
          </p:txBody>
        </p:sp>
        <p:pic>
          <p:nvPicPr>
            <p:cNvPr id="11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25495" y="3119628"/>
              <a:ext cx="1417319" cy="1182623"/>
            </a:xfrm>
            <a:prstGeom prst="rect">
              <a:avLst/>
            </a:prstGeom>
          </p:spPr>
        </p:pic>
      </p:grpSp>
      <p:sp>
        <p:nvSpPr>
          <p:cNvPr id="12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16411638" y="9179119"/>
            <a:ext cx="287655" cy="23939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1885950" y="4958047"/>
            <a:ext cx="51469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sz="2000" dirty="0" smtClean="0">
                <a:solidFill>
                  <a:schemeClr val="bg2">
                    <a:lumMod val="25000"/>
                  </a:schemeClr>
                </a:solidFill>
                <a:latin typeface="Trebuchet MS" panose="020B0603020202020204" pitchFamily="34" charset="0"/>
              </a:rPr>
              <a:t>Разработка игры</a:t>
            </a:r>
            <a:r>
              <a:rPr lang="en-US" altLang="ru-RU" sz="2000" dirty="0" smtClean="0">
                <a:solidFill>
                  <a:schemeClr val="bg2">
                    <a:lumMod val="25000"/>
                  </a:schemeClr>
                </a:solidFill>
                <a:latin typeface="Trebuchet MS" panose="020B0603020202020204" pitchFamily="34" charset="0"/>
              </a:rPr>
              <a:t>, </a:t>
            </a:r>
            <a:r>
              <a:rPr lang="ru-RU" altLang="ru-RU" sz="2000" dirty="0" smtClean="0">
                <a:solidFill>
                  <a:schemeClr val="bg2">
                    <a:lumMod val="25000"/>
                  </a:schemeClr>
                </a:solidFill>
                <a:latin typeface="Trebuchet MS" panose="020B0603020202020204" pitchFamily="34" charset="0"/>
              </a:rPr>
              <a:t>хранение данных</a:t>
            </a:r>
            <a:endParaRPr lang="ru-RU" altLang="ru-RU" sz="2000" dirty="0">
              <a:solidFill>
                <a:schemeClr val="bg2">
                  <a:lumMod val="2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11399428" y="4956115"/>
            <a:ext cx="44406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altLang="ru-RU" sz="2000" dirty="0" smtClean="0">
                <a:solidFill>
                  <a:schemeClr val="bg2">
                    <a:lumMod val="25000"/>
                  </a:schemeClr>
                </a:solidFill>
                <a:latin typeface="Trebuchet MS" panose="020B0603020202020204" pitchFamily="34" charset="0"/>
              </a:rPr>
              <a:t>Сборка и хранение изменений кода</a:t>
            </a:r>
            <a:endParaRPr lang="ru-RU" altLang="ru-RU" sz="2000" dirty="0">
              <a:solidFill>
                <a:schemeClr val="bg2">
                  <a:lumMod val="2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1480001" y="5420034"/>
            <a:ext cx="5303983" cy="1895166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>
              <a:latin typeface="Trebuchet MS" panose="020B0603020202020204" pitchFamily="34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10877550" y="5420034"/>
            <a:ext cx="5534088" cy="1895166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>
              <a:latin typeface="Trebuchet MS" panose="020B0603020202020204" pitchFamily="34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7296150" y="1389692"/>
            <a:ext cx="31101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 smtClean="0">
                <a:solidFill>
                  <a:srgbClr val="3B3838"/>
                </a:solidFill>
                <a:latin typeface="Trebuchet MS" panose="020B0603020202020204" pitchFamily="34" charset="0"/>
              </a:rPr>
              <a:t>Язык программирования</a:t>
            </a:r>
            <a:endParaRPr lang="ru-RU" sz="2000" dirty="0">
              <a:effectLst/>
              <a:latin typeface="Trebuchet MS" panose="020B0603020202020204" pitchFamily="34" charset="0"/>
            </a:endParaRPr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9903" y="5931558"/>
            <a:ext cx="2068931" cy="872118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3867" y="5606475"/>
            <a:ext cx="2495232" cy="1435116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6617" y="5757451"/>
            <a:ext cx="1220331" cy="1220331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950" y="5437479"/>
            <a:ext cx="1821193" cy="1860274"/>
          </a:xfrm>
          <a:prstGeom prst="rect">
            <a:avLst/>
          </a:prstGeom>
        </p:spPr>
      </p:pic>
      <p:pic>
        <p:nvPicPr>
          <p:cNvPr id="24" name="Рисунок 2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143" y="5469910"/>
            <a:ext cx="3076841" cy="1708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632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4419" y="389613"/>
            <a:ext cx="5975932" cy="665480"/>
          </a:xfrm>
        </p:spPr>
        <p:txBody>
          <a:bodyPr/>
          <a:lstStyle/>
          <a:p>
            <a:r>
              <a:rPr lang="ru-RU" dirty="0" smtClean="0"/>
              <a:t>Интерфейс игры</a:t>
            </a:r>
            <a:endParaRPr lang="ru-RU" dirty="0"/>
          </a:p>
        </p:txBody>
      </p:sp>
      <p:pic>
        <p:nvPicPr>
          <p:cNvPr id="3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29351" y="242293"/>
            <a:ext cx="2729483" cy="960119"/>
          </a:xfrm>
          <a:prstGeom prst="rect">
            <a:avLst/>
          </a:prstGeom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1276350" y="2057400"/>
            <a:ext cx="5975932" cy="665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10" y="1837509"/>
            <a:ext cx="7752806" cy="488116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150" y="1826623"/>
            <a:ext cx="7750447" cy="487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432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4419" y="389613"/>
            <a:ext cx="5975932" cy="665480"/>
          </a:xfrm>
        </p:spPr>
        <p:txBody>
          <a:bodyPr/>
          <a:lstStyle/>
          <a:p>
            <a:r>
              <a:rPr lang="ru-RU" smtClean="0"/>
              <a:t>Интерфейс </a:t>
            </a:r>
            <a:r>
              <a:rPr lang="ru-RU" smtClean="0"/>
              <a:t>игры</a:t>
            </a:r>
            <a:endParaRPr lang="ru-RU" dirty="0"/>
          </a:p>
        </p:txBody>
      </p:sp>
      <p:pic>
        <p:nvPicPr>
          <p:cNvPr id="3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29351" y="242293"/>
            <a:ext cx="2729483" cy="960119"/>
          </a:xfrm>
          <a:prstGeom prst="rect">
            <a:avLst/>
          </a:prstGeom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1069684" y="2057399"/>
            <a:ext cx="6404332" cy="728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50" y="2057400"/>
            <a:ext cx="8092188" cy="510540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8283" y="2057400"/>
            <a:ext cx="8092189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442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852659" y="3048"/>
            <a:ext cx="7484745" cy="9749155"/>
            <a:chOff x="9852659" y="3048"/>
            <a:chExt cx="7484745" cy="9749155"/>
          </a:xfrm>
        </p:grpSpPr>
        <p:sp>
          <p:nvSpPr>
            <p:cNvPr id="3" name="object 3"/>
            <p:cNvSpPr/>
            <p:nvPr/>
          </p:nvSpPr>
          <p:spPr>
            <a:xfrm>
              <a:off x="9852659" y="3048"/>
              <a:ext cx="7484745" cy="9749155"/>
            </a:xfrm>
            <a:custGeom>
              <a:avLst/>
              <a:gdLst/>
              <a:ahLst/>
              <a:cxnLst/>
              <a:rect l="l" t="t" r="r" b="b"/>
              <a:pathLst>
                <a:path w="7484744" h="9749155">
                  <a:moveTo>
                    <a:pt x="7484363" y="0"/>
                  </a:moveTo>
                  <a:lnTo>
                    <a:pt x="0" y="0"/>
                  </a:lnTo>
                  <a:lnTo>
                    <a:pt x="0" y="9749028"/>
                  </a:lnTo>
                  <a:lnTo>
                    <a:pt x="7484363" y="9749028"/>
                  </a:lnTo>
                  <a:lnTo>
                    <a:pt x="7484363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405103" y="2595371"/>
              <a:ext cx="378460" cy="379730"/>
            </a:xfrm>
            <a:custGeom>
              <a:avLst/>
              <a:gdLst/>
              <a:ahLst/>
              <a:cxnLst/>
              <a:rect l="l" t="t" r="r" b="b"/>
              <a:pathLst>
                <a:path w="378459" h="379730">
                  <a:moveTo>
                    <a:pt x="188976" y="0"/>
                  </a:moveTo>
                  <a:lnTo>
                    <a:pt x="138738" y="6777"/>
                  </a:lnTo>
                  <a:lnTo>
                    <a:pt x="93596" y="25905"/>
                  </a:lnTo>
                  <a:lnTo>
                    <a:pt x="55349" y="55573"/>
                  </a:lnTo>
                  <a:lnTo>
                    <a:pt x="25800" y="93974"/>
                  </a:lnTo>
                  <a:lnTo>
                    <a:pt x="6750" y="139298"/>
                  </a:lnTo>
                  <a:lnTo>
                    <a:pt x="0" y="189738"/>
                  </a:lnTo>
                  <a:lnTo>
                    <a:pt x="6750" y="240177"/>
                  </a:lnTo>
                  <a:lnTo>
                    <a:pt x="25800" y="285501"/>
                  </a:lnTo>
                  <a:lnTo>
                    <a:pt x="55349" y="323902"/>
                  </a:lnTo>
                  <a:lnTo>
                    <a:pt x="93596" y="353570"/>
                  </a:lnTo>
                  <a:lnTo>
                    <a:pt x="138738" y="372698"/>
                  </a:lnTo>
                  <a:lnTo>
                    <a:pt x="188976" y="379476"/>
                  </a:lnTo>
                  <a:lnTo>
                    <a:pt x="239213" y="372698"/>
                  </a:lnTo>
                  <a:lnTo>
                    <a:pt x="284355" y="353570"/>
                  </a:lnTo>
                  <a:lnTo>
                    <a:pt x="322602" y="323902"/>
                  </a:lnTo>
                  <a:lnTo>
                    <a:pt x="352151" y="285501"/>
                  </a:lnTo>
                  <a:lnTo>
                    <a:pt x="371201" y="240177"/>
                  </a:lnTo>
                  <a:lnTo>
                    <a:pt x="377952" y="189738"/>
                  </a:lnTo>
                  <a:lnTo>
                    <a:pt x="371201" y="139298"/>
                  </a:lnTo>
                  <a:lnTo>
                    <a:pt x="352151" y="93974"/>
                  </a:lnTo>
                  <a:lnTo>
                    <a:pt x="322602" y="55573"/>
                  </a:lnTo>
                  <a:lnTo>
                    <a:pt x="284355" y="25905"/>
                  </a:lnTo>
                  <a:lnTo>
                    <a:pt x="239213" y="6777"/>
                  </a:lnTo>
                  <a:lnTo>
                    <a:pt x="1889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46098" y="409361"/>
            <a:ext cx="6192851" cy="641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920"/>
              </a:lnSpc>
              <a:spcBef>
                <a:spcPts val="100"/>
              </a:spcBef>
            </a:pPr>
            <a:r>
              <a:rPr lang="ru-RU" spc="-10" dirty="0" smtClean="0"/>
              <a:t>Перспективы развития</a:t>
            </a:r>
            <a:endParaRPr spc="50" dirty="0"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1031562" y="3319131"/>
            <a:ext cx="7938770" cy="3009058"/>
          </a:xfrm>
          <a:prstGeom prst="rect">
            <a:avLst/>
          </a:prstGeom>
        </p:spPr>
        <p:txBody>
          <a:bodyPr vert="horz" wrap="square" lIns="0" tIns="465357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sz="2750" dirty="0">
                <a:latin typeface="Trebuchet MS" panose="020B0603020202020204" pitchFamily="34" charset="0"/>
              </a:rPr>
              <a:t>›</a:t>
            </a:r>
            <a:r>
              <a:rPr sz="2750" spc="400" dirty="0">
                <a:latin typeface="Trebuchet MS" panose="020B0603020202020204" pitchFamily="34" charset="0"/>
              </a:rPr>
              <a:t> </a:t>
            </a:r>
            <a:r>
              <a:rPr lang="ru-RU" dirty="0" smtClean="0">
                <a:latin typeface="Trebuchet MS" panose="020B0603020202020204" pitchFamily="34" charset="0"/>
              </a:rPr>
              <a:t>Создание полноценной игры</a:t>
            </a:r>
          </a:p>
          <a:p>
            <a:pPr>
              <a:lnSpc>
                <a:spcPct val="150000"/>
              </a:lnSpc>
            </a:pPr>
            <a:r>
              <a:rPr sz="2750" dirty="0" smtClean="0">
                <a:latin typeface="Trebuchet MS" panose="020B0603020202020204" pitchFamily="34" charset="0"/>
              </a:rPr>
              <a:t>›</a:t>
            </a:r>
            <a:r>
              <a:rPr sz="2750" spc="570" dirty="0" smtClean="0">
                <a:latin typeface="Trebuchet MS" panose="020B0603020202020204" pitchFamily="34" charset="0"/>
              </a:rPr>
              <a:t> </a:t>
            </a:r>
            <a:r>
              <a:rPr lang="ru-RU" dirty="0">
                <a:latin typeface="Trebuchet MS" panose="020B0603020202020204" pitchFamily="34" charset="0"/>
              </a:rPr>
              <a:t>Улучшение </a:t>
            </a:r>
            <a:r>
              <a:rPr lang="ru-RU" dirty="0" smtClean="0">
                <a:latin typeface="Trebuchet MS" panose="020B0603020202020204" pitchFamily="34" charset="0"/>
              </a:rPr>
              <a:t>интерфейса</a:t>
            </a:r>
            <a:endParaRPr lang="ru-RU" dirty="0"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</a:pPr>
            <a:r>
              <a:rPr sz="2750" dirty="0" smtClean="0">
                <a:latin typeface="Trebuchet MS" panose="020B0603020202020204" pitchFamily="34" charset="0"/>
              </a:rPr>
              <a:t>›</a:t>
            </a:r>
            <a:r>
              <a:rPr sz="2750" spc="565" dirty="0" smtClean="0">
                <a:latin typeface="Trebuchet MS" panose="020B0603020202020204" pitchFamily="34" charset="0"/>
              </a:rPr>
              <a:t> </a:t>
            </a:r>
            <a:r>
              <a:rPr lang="ru-RU" dirty="0">
                <a:latin typeface="Trebuchet MS" panose="020B0603020202020204" pitchFamily="34" charset="0"/>
              </a:rPr>
              <a:t>Добавление </a:t>
            </a:r>
            <a:r>
              <a:rPr lang="ru-RU" dirty="0" smtClean="0">
                <a:latin typeface="Trebuchet MS" panose="020B0603020202020204" pitchFamily="34" charset="0"/>
              </a:rPr>
              <a:t>других фишек</a:t>
            </a:r>
          </a:p>
          <a:p>
            <a:pPr>
              <a:lnSpc>
                <a:spcPct val="150000"/>
              </a:lnSpc>
            </a:pPr>
            <a:r>
              <a:rPr sz="2750" dirty="0" smtClean="0">
                <a:latin typeface="Trebuchet MS" panose="020B0603020202020204" pitchFamily="34" charset="0"/>
              </a:rPr>
              <a:t>›</a:t>
            </a:r>
            <a:r>
              <a:rPr sz="2750" spc="515" dirty="0" smtClean="0">
                <a:latin typeface="Trebuchet MS" panose="020B0603020202020204" pitchFamily="34" charset="0"/>
              </a:rPr>
              <a:t> </a:t>
            </a:r>
            <a:r>
              <a:rPr lang="ru-RU" dirty="0">
                <a:latin typeface="Trebuchet MS" panose="020B0603020202020204" pitchFamily="34" charset="0"/>
              </a:rPr>
              <a:t>Добавление системы </a:t>
            </a:r>
            <a:r>
              <a:rPr lang="ru-RU" dirty="0" smtClean="0">
                <a:latin typeface="Trebuchet MS" panose="020B0603020202020204" pitchFamily="34" charset="0"/>
              </a:rPr>
              <a:t>достижений</a:t>
            </a:r>
            <a:endParaRPr lang="ru-RU" dirty="0">
              <a:latin typeface="Trebuchet MS" panose="020B0603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11210" y="2606257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FFCC00"/>
                </a:solidFill>
                <a:latin typeface="Arial MT"/>
                <a:cs typeface="Arial MT"/>
              </a:rPr>
              <a:t>1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3406628" y="2982404"/>
            <a:ext cx="378460" cy="1494155"/>
            <a:chOff x="13406628" y="2982404"/>
            <a:chExt cx="378460" cy="1494155"/>
          </a:xfrm>
        </p:grpSpPr>
        <p:sp>
          <p:nvSpPr>
            <p:cNvPr id="9" name="object 9"/>
            <p:cNvSpPr/>
            <p:nvPr/>
          </p:nvSpPr>
          <p:spPr>
            <a:xfrm>
              <a:off x="13596366" y="2995422"/>
              <a:ext cx="0" cy="1080770"/>
            </a:xfrm>
            <a:custGeom>
              <a:avLst/>
              <a:gdLst/>
              <a:ahLst/>
              <a:cxnLst/>
              <a:rect l="l" t="t" r="r" b="b"/>
              <a:pathLst>
                <a:path h="1080770">
                  <a:moveTo>
                    <a:pt x="0" y="0"/>
                  </a:moveTo>
                  <a:lnTo>
                    <a:pt x="0" y="1080592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406628" y="4098036"/>
              <a:ext cx="378460" cy="378460"/>
            </a:xfrm>
            <a:custGeom>
              <a:avLst/>
              <a:gdLst/>
              <a:ahLst/>
              <a:cxnLst/>
              <a:rect l="l" t="t" r="r" b="b"/>
              <a:pathLst>
                <a:path w="378459" h="378460">
                  <a:moveTo>
                    <a:pt x="188976" y="0"/>
                  </a:moveTo>
                  <a:lnTo>
                    <a:pt x="138738" y="6750"/>
                  </a:lnTo>
                  <a:lnTo>
                    <a:pt x="93596" y="25800"/>
                  </a:lnTo>
                  <a:lnTo>
                    <a:pt x="55349" y="55349"/>
                  </a:lnTo>
                  <a:lnTo>
                    <a:pt x="25800" y="93596"/>
                  </a:lnTo>
                  <a:lnTo>
                    <a:pt x="6750" y="138738"/>
                  </a:lnTo>
                  <a:lnTo>
                    <a:pt x="0" y="188975"/>
                  </a:lnTo>
                  <a:lnTo>
                    <a:pt x="6750" y="239213"/>
                  </a:lnTo>
                  <a:lnTo>
                    <a:pt x="25800" y="284355"/>
                  </a:lnTo>
                  <a:lnTo>
                    <a:pt x="55349" y="322602"/>
                  </a:lnTo>
                  <a:lnTo>
                    <a:pt x="93596" y="352151"/>
                  </a:lnTo>
                  <a:lnTo>
                    <a:pt x="138738" y="371201"/>
                  </a:lnTo>
                  <a:lnTo>
                    <a:pt x="188976" y="377952"/>
                  </a:lnTo>
                  <a:lnTo>
                    <a:pt x="239213" y="371201"/>
                  </a:lnTo>
                  <a:lnTo>
                    <a:pt x="284355" y="352151"/>
                  </a:lnTo>
                  <a:lnTo>
                    <a:pt x="322602" y="322602"/>
                  </a:lnTo>
                  <a:lnTo>
                    <a:pt x="352151" y="284355"/>
                  </a:lnTo>
                  <a:lnTo>
                    <a:pt x="371201" y="239213"/>
                  </a:lnTo>
                  <a:lnTo>
                    <a:pt x="377952" y="188975"/>
                  </a:lnTo>
                  <a:lnTo>
                    <a:pt x="371201" y="138738"/>
                  </a:lnTo>
                  <a:lnTo>
                    <a:pt x="352151" y="93596"/>
                  </a:lnTo>
                  <a:lnTo>
                    <a:pt x="322602" y="55349"/>
                  </a:lnTo>
                  <a:lnTo>
                    <a:pt x="284355" y="25800"/>
                  </a:lnTo>
                  <a:lnTo>
                    <a:pt x="239213" y="6750"/>
                  </a:lnTo>
                  <a:lnTo>
                    <a:pt x="1889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3757956" y="3229863"/>
            <a:ext cx="3040842" cy="648896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algn="ctr"/>
            <a:r>
              <a:rPr lang="ru-RU" sz="2000" dirty="0" smtClean="0">
                <a:latin typeface="Trebuchet MS" panose="020B0603020202020204" pitchFamily="34" charset="0"/>
              </a:rPr>
              <a:t>Создание полноценной игры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3511671" y="4107926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FFCC00"/>
                </a:solidFill>
                <a:latin typeface="Arial MT"/>
                <a:cs typeface="Arial MT"/>
              </a:rPr>
              <a:t>2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3406628" y="4494212"/>
            <a:ext cx="378460" cy="1555115"/>
            <a:chOff x="13406628" y="4494212"/>
            <a:chExt cx="378460" cy="1555115"/>
          </a:xfrm>
        </p:grpSpPr>
        <p:sp>
          <p:nvSpPr>
            <p:cNvPr id="14" name="object 14"/>
            <p:cNvSpPr/>
            <p:nvPr/>
          </p:nvSpPr>
          <p:spPr>
            <a:xfrm>
              <a:off x="13596367" y="4507229"/>
              <a:ext cx="0" cy="1103630"/>
            </a:xfrm>
            <a:custGeom>
              <a:avLst/>
              <a:gdLst/>
              <a:ahLst/>
              <a:cxnLst/>
              <a:rect l="l" t="t" r="r" b="b"/>
              <a:pathLst>
                <a:path h="1103629">
                  <a:moveTo>
                    <a:pt x="0" y="0"/>
                  </a:moveTo>
                  <a:lnTo>
                    <a:pt x="0" y="1103249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406628" y="5670803"/>
              <a:ext cx="378460" cy="378460"/>
            </a:xfrm>
            <a:custGeom>
              <a:avLst/>
              <a:gdLst/>
              <a:ahLst/>
              <a:cxnLst/>
              <a:rect l="l" t="t" r="r" b="b"/>
              <a:pathLst>
                <a:path w="378459" h="378460">
                  <a:moveTo>
                    <a:pt x="188976" y="0"/>
                  </a:moveTo>
                  <a:lnTo>
                    <a:pt x="138738" y="6750"/>
                  </a:lnTo>
                  <a:lnTo>
                    <a:pt x="93596" y="25800"/>
                  </a:lnTo>
                  <a:lnTo>
                    <a:pt x="55349" y="55349"/>
                  </a:lnTo>
                  <a:lnTo>
                    <a:pt x="25800" y="93596"/>
                  </a:lnTo>
                  <a:lnTo>
                    <a:pt x="6750" y="138738"/>
                  </a:lnTo>
                  <a:lnTo>
                    <a:pt x="0" y="188975"/>
                  </a:lnTo>
                  <a:lnTo>
                    <a:pt x="6750" y="239213"/>
                  </a:lnTo>
                  <a:lnTo>
                    <a:pt x="25800" y="284355"/>
                  </a:lnTo>
                  <a:lnTo>
                    <a:pt x="55349" y="322602"/>
                  </a:lnTo>
                  <a:lnTo>
                    <a:pt x="93596" y="352151"/>
                  </a:lnTo>
                  <a:lnTo>
                    <a:pt x="138738" y="371201"/>
                  </a:lnTo>
                  <a:lnTo>
                    <a:pt x="188976" y="377952"/>
                  </a:lnTo>
                  <a:lnTo>
                    <a:pt x="239213" y="371201"/>
                  </a:lnTo>
                  <a:lnTo>
                    <a:pt x="284355" y="352151"/>
                  </a:lnTo>
                  <a:lnTo>
                    <a:pt x="322602" y="322602"/>
                  </a:lnTo>
                  <a:lnTo>
                    <a:pt x="352151" y="284355"/>
                  </a:lnTo>
                  <a:lnTo>
                    <a:pt x="371201" y="239213"/>
                  </a:lnTo>
                  <a:lnTo>
                    <a:pt x="377952" y="188975"/>
                  </a:lnTo>
                  <a:lnTo>
                    <a:pt x="371201" y="138738"/>
                  </a:lnTo>
                  <a:lnTo>
                    <a:pt x="352151" y="93596"/>
                  </a:lnTo>
                  <a:lnTo>
                    <a:pt x="322602" y="55349"/>
                  </a:lnTo>
                  <a:lnTo>
                    <a:pt x="284355" y="25800"/>
                  </a:lnTo>
                  <a:lnTo>
                    <a:pt x="239213" y="6750"/>
                  </a:lnTo>
                  <a:lnTo>
                    <a:pt x="1889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3511671" y="5680279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FFCC00"/>
                </a:solidFill>
                <a:latin typeface="Arial MT"/>
                <a:cs typeface="Arial MT"/>
              </a:rPr>
              <a:t>3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3405104" y="6065456"/>
            <a:ext cx="378460" cy="1763395"/>
            <a:chOff x="13405104" y="6065456"/>
            <a:chExt cx="378460" cy="1763395"/>
          </a:xfrm>
        </p:grpSpPr>
        <p:sp>
          <p:nvSpPr>
            <p:cNvPr id="18" name="object 18"/>
            <p:cNvSpPr/>
            <p:nvPr/>
          </p:nvSpPr>
          <p:spPr>
            <a:xfrm>
              <a:off x="13596366" y="6078474"/>
              <a:ext cx="0" cy="1325880"/>
            </a:xfrm>
            <a:custGeom>
              <a:avLst/>
              <a:gdLst/>
              <a:ahLst/>
              <a:cxnLst/>
              <a:rect l="l" t="t" r="r" b="b"/>
              <a:pathLst>
                <a:path h="1325879">
                  <a:moveTo>
                    <a:pt x="0" y="0"/>
                  </a:moveTo>
                  <a:lnTo>
                    <a:pt x="0" y="1325816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405104" y="7450836"/>
              <a:ext cx="378460" cy="378460"/>
            </a:xfrm>
            <a:custGeom>
              <a:avLst/>
              <a:gdLst/>
              <a:ahLst/>
              <a:cxnLst/>
              <a:rect l="l" t="t" r="r" b="b"/>
              <a:pathLst>
                <a:path w="378459" h="378459">
                  <a:moveTo>
                    <a:pt x="188976" y="0"/>
                  </a:moveTo>
                  <a:lnTo>
                    <a:pt x="138738" y="6750"/>
                  </a:lnTo>
                  <a:lnTo>
                    <a:pt x="93596" y="25800"/>
                  </a:lnTo>
                  <a:lnTo>
                    <a:pt x="55349" y="55349"/>
                  </a:lnTo>
                  <a:lnTo>
                    <a:pt x="25800" y="93596"/>
                  </a:lnTo>
                  <a:lnTo>
                    <a:pt x="6750" y="138738"/>
                  </a:lnTo>
                  <a:lnTo>
                    <a:pt x="0" y="188976"/>
                  </a:lnTo>
                  <a:lnTo>
                    <a:pt x="6750" y="239213"/>
                  </a:lnTo>
                  <a:lnTo>
                    <a:pt x="25800" y="284355"/>
                  </a:lnTo>
                  <a:lnTo>
                    <a:pt x="55349" y="322602"/>
                  </a:lnTo>
                  <a:lnTo>
                    <a:pt x="93596" y="352151"/>
                  </a:lnTo>
                  <a:lnTo>
                    <a:pt x="138738" y="371201"/>
                  </a:lnTo>
                  <a:lnTo>
                    <a:pt x="188976" y="377952"/>
                  </a:lnTo>
                  <a:lnTo>
                    <a:pt x="239213" y="371201"/>
                  </a:lnTo>
                  <a:lnTo>
                    <a:pt x="284355" y="352151"/>
                  </a:lnTo>
                  <a:lnTo>
                    <a:pt x="322602" y="322602"/>
                  </a:lnTo>
                  <a:lnTo>
                    <a:pt x="352151" y="284355"/>
                  </a:lnTo>
                  <a:lnTo>
                    <a:pt x="371201" y="239213"/>
                  </a:lnTo>
                  <a:lnTo>
                    <a:pt x="377952" y="188976"/>
                  </a:lnTo>
                  <a:lnTo>
                    <a:pt x="371201" y="138738"/>
                  </a:lnTo>
                  <a:lnTo>
                    <a:pt x="352151" y="93596"/>
                  </a:lnTo>
                  <a:lnTo>
                    <a:pt x="322602" y="55349"/>
                  </a:lnTo>
                  <a:lnTo>
                    <a:pt x="284355" y="25800"/>
                  </a:lnTo>
                  <a:lnTo>
                    <a:pt x="239213" y="6750"/>
                  </a:lnTo>
                  <a:lnTo>
                    <a:pt x="1889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3511210" y="7461349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FFCC00"/>
                </a:solidFill>
                <a:latin typeface="Arial MT"/>
                <a:cs typeface="Arial MT"/>
              </a:rPr>
              <a:t>4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885613" y="4822887"/>
            <a:ext cx="2195195" cy="623889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42900" marR="335915" algn="ctr">
              <a:lnSpc>
                <a:spcPts val="2300"/>
              </a:lnSpc>
              <a:spcBef>
                <a:spcPts val="265"/>
              </a:spcBef>
            </a:pPr>
            <a:r>
              <a:rPr lang="ru-RU" sz="2000" dirty="0" smtClean="0">
                <a:latin typeface="Trebuchet MS"/>
                <a:cs typeface="Trebuchet MS"/>
              </a:rPr>
              <a:t>Улучшение интерфейса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854247" y="6340324"/>
            <a:ext cx="2625160" cy="623889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 indent="188595" algn="ctr">
              <a:lnSpc>
                <a:spcPts val="2300"/>
              </a:lnSpc>
              <a:spcBef>
                <a:spcPts val="265"/>
              </a:spcBef>
            </a:pPr>
            <a:r>
              <a:rPr lang="ru-RU" sz="2000" dirty="0" smtClean="0">
                <a:latin typeface="Trebuchet MS"/>
                <a:cs typeface="Trebuchet MS"/>
              </a:rPr>
              <a:t>Добавление других фишек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633202" y="8096344"/>
            <a:ext cx="2543044" cy="617219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 algn="ctr">
              <a:lnSpc>
                <a:spcPct val="95800"/>
              </a:lnSpc>
              <a:spcBef>
                <a:spcPts val="204"/>
              </a:spcBef>
            </a:pPr>
            <a:r>
              <a:rPr lang="ru-RU" sz="2000" dirty="0" smtClean="0">
                <a:latin typeface="Trebuchet MS"/>
                <a:cs typeface="Trebuchet MS"/>
              </a:rPr>
              <a:t>Добавление системы достижения</a:t>
            </a:r>
            <a:endParaRPr sz="2000" dirty="0">
              <a:latin typeface="Trebuchet MS"/>
              <a:cs typeface="Trebuchet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1529060" y="2380488"/>
            <a:ext cx="4069079" cy="5640705"/>
            <a:chOff x="11529060" y="2380488"/>
            <a:chExt cx="4069079" cy="5640705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40711" y="2380488"/>
              <a:ext cx="652271" cy="78943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29060" y="3890772"/>
              <a:ext cx="908303" cy="77419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4900147" y="5446776"/>
              <a:ext cx="609600" cy="728980"/>
            </a:xfrm>
            <a:custGeom>
              <a:avLst/>
              <a:gdLst/>
              <a:ahLst/>
              <a:cxnLst/>
              <a:rect l="l" t="t" r="r" b="b"/>
              <a:pathLst>
                <a:path w="609600" h="728979">
                  <a:moveTo>
                    <a:pt x="609600" y="0"/>
                  </a:moveTo>
                  <a:lnTo>
                    <a:pt x="0" y="0"/>
                  </a:lnTo>
                  <a:lnTo>
                    <a:pt x="0" y="728472"/>
                  </a:lnTo>
                  <a:lnTo>
                    <a:pt x="609600" y="728472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877288" y="5420867"/>
              <a:ext cx="720851" cy="85801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91543" y="7258811"/>
              <a:ext cx="626363" cy="761999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2051969" y="1127839"/>
            <a:ext cx="2981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2400" dirty="0" smtClean="0">
                <a:latin typeface="Trebuchet MS"/>
                <a:cs typeface="Trebuchet MS"/>
              </a:rPr>
              <a:t>План развития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7337405" cy="9752330"/>
          </a:xfrm>
          <a:custGeom>
            <a:avLst/>
            <a:gdLst/>
            <a:ahLst/>
            <a:cxnLst/>
            <a:rect l="l" t="t" r="r" b="b"/>
            <a:pathLst>
              <a:path w="17337405" h="9752330">
                <a:moveTo>
                  <a:pt x="17337024" y="0"/>
                </a:moveTo>
                <a:lnTo>
                  <a:pt x="0" y="0"/>
                </a:lnTo>
                <a:lnTo>
                  <a:pt x="0" y="9752076"/>
                </a:lnTo>
                <a:lnTo>
                  <a:pt x="17337024" y="9752076"/>
                </a:lnTo>
                <a:lnTo>
                  <a:pt x="17337024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7337405" cy="9752330"/>
            <a:chOff x="0" y="0"/>
            <a:chExt cx="17337405" cy="975233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73083" y="0"/>
              <a:ext cx="8663940" cy="97520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668512" y="4376927"/>
              <a:ext cx="1594485" cy="5375275"/>
            </a:xfrm>
            <a:custGeom>
              <a:avLst/>
              <a:gdLst/>
              <a:ahLst/>
              <a:cxnLst/>
              <a:rect l="l" t="t" r="r" b="b"/>
              <a:pathLst>
                <a:path w="1594484" h="5375275">
                  <a:moveTo>
                    <a:pt x="0" y="0"/>
                  </a:moveTo>
                  <a:lnTo>
                    <a:pt x="0" y="5375148"/>
                  </a:lnTo>
                  <a:lnTo>
                    <a:pt x="1543698" y="5375148"/>
                  </a:lnTo>
                  <a:lnTo>
                    <a:pt x="1553217" y="5290870"/>
                  </a:lnTo>
                  <a:lnTo>
                    <a:pt x="1558446" y="5240078"/>
                  </a:lnTo>
                  <a:lnTo>
                    <a:pt x="1563323" y="5189181"/>
                  </a:lnTo>
                  <a:lnTo>
                    <a:pt x="1567847" y="5138182"/>
                  </a:lnTo>
                  <a:lnTo>
                    <a:pt x="1572016" y="5087082"/>
                  </a:lnTo>
                  <a:lnTo>
                    <a:pt x="1575828" y="5035882"/>
                  </a:lnTo>
                  <a:lnTo>
                    <a:pt x="1579284" y="4984584"/>
                  </a:lnTo>
                  <a:lnTo>
                    <a:pt x="1582381" y="4933188"/>
                  </a:lnTo>
                  <a:lnTo>
                    <a:pt x="1585118" y="4881695"/>
                  </a:lnTo>
                  <a:lnTo>
                    <a:pt x="1587495" y="4830108"/>
                  </a:lnTo>
                  <a:lnTo>
                    <a:pt x="1589509" y="4778427"/>
                  </a:lnTo>
                  <a:lnTo>
                    <a:pt x="1591160" y="4726654"/>
                  </a:lnTo>
                  <a:lnTo>
                    <a:pt x="1592446" y="4674789"/>
                  </a:lnTo>
                  <a:lnTo>
                    <a:pt x="1593366" y="4622834"/>
                  </a:lnTo>
                  <a:lnTo>
                    <a:pt x="1593919" y="4570791"/>
                  </a:lnTo>
                  <a:lnTo>
                    <a:pt x="1594103" y="4518660"/>
                  </a:lnTo>
                  <a:lnTo>
                    <a:pt x="1593919" y="4466528"/>
                  </a:lnTo>
                  <a:lnTo>
                    <a:pt x="1593366" y="4414485"/>
                  </a:lnTo>
                  <a:lnTo>
                    <a:pt x="1592446" y="4362530"/>
                  </a:lnTo>
                  <a:lnTo>
                    <a:pt x="1591160" y="4310665"/>
                  </a:lnTo>
                  <a:lnTo>
                    <a:pt x="1589509" y="4258892"/>
                  </a:lnTo>
                  <a:lnTo>
                    <a:pt x="1587495" y="4207211"/>
                  </a:lnTo>
                  <a:lnTo>
                    <a:pt x="1585118" y="4155624"/>
                  </a:lnTo>
                  <a:lnTo>
                    <a:pt x="1582381" y="4104131"/>
                  </a:lnTo>
                  <a:lnTo>
                    <a:pt x="1579284" y="4052735"/>
                  </a:lnTo>
                  <a:lnTo>
                    <a:pt x="1575828" y="4001437"/>
                  </a:lnTo>
                  <a:lnTo>
                    <a:pt x="1572016" y="3950237"/>
                  </a:lnTo>
                  <a:lnTo>
                    <a:pt x="1567847" y="3899137"/>
                  </a:lnTo>
                  <a:lnTo>
                    <a:pt x="1563323" y="3848138"/>
                  </a:lnTo>
                  <a:lnTo>
                    <a:pt x="1558446" y="3797241"/>
                  </a:lnTo>
                  <a:lnTo>
                    <a:pt x="1553217" y="3746449"/>
                  </a:lnTo>
                  <a:lnTo>
                    <a:pt x="1547636" y="3695761"/>
                  </a:lnTo>
                  <a:lnTo>
                    <a:pt x="1541706" y="3645179"/>
                  </a:lnTo>
                  <a:lnTo>
                    <a:pt x="1535427" y="3594704"/>
                  </a:lnTo>
                  <a:lnTo>
                    <a:pt x="1528801" y="3544338"/>
                  </a:lnTo>
                  <a:lnTo>
                    <a:pt x="1521828" y="3494082"/>
                  </a:lnTo>
                  <a:lnTo>
                    <a:pt x="1514511" y="3443937"/>
                  </a:lnTo>
                  <a:lnTo>
                    <a:pt x="1506850" y="3393905"/>
                  </a:lnTo>
                  <a:lnTo>
                    <a:pt x="1498847" y="3343985"/>
                  </a:lnTo>
                  <a:lnTo>
                    <a:pt x="1490503" y="3294181"/>
                  </a:lnTo>
                  <a:lnTo>
                    <a:pt x="1481818" y="3244492"/>
                  </a:lnTo>
                  <a:lnTo>
                    <a:pt x="1472795" y="3194921"/>
                  </a:lnTo>
                  <a:lnTo>
                    <a:pt x="1463435" y="3145468"/>
                  </a:lnTo>
                  <a:lnTo>
                    <a:pt x="1453738" y="3096135"/>
                  </a:lnTo>
                  <a:lnTo>
                    <a:pt x="1443706" y="3046923"/>
                  </a:lnTo>
                  <a:lnTo>
                    <a:pt x="1433341" y="2997834"/>
                  </a:lnTo>
                  <a:lnTo>
                    <a:pt x="1422643" y="2948867"/>
                  </a:lnTo>
                  <a:lnTo>
                    <a:pt x="1411614" y="2900025"/>
                  </a:lnTo>
                  <a:lnTo>
                    <a:pt x="1400255" y="2851309"/>
                  </a:lnTo>
                  <a:lnTo>
                    <a:pt x="1388567" y="2802721"/>
                  </a:lnTo>
                  <a:lnTo>
                    <a:pt x="1376551" y="2754260"/>
                  </a:lnTo>
                  <a:lnTo>
                    <a:pt x="1364210" y="2705929"/>
                  </a:lnTo>
                  <a:lnTo>
                    <a:pt x="1351543" y="2657730"/>
                  </a:lnTo>
                  <a:lnTo>
                    <a:pt x="1338552" y="2609662"/>
                  </a:lnTo>
                  <a:lnTo>
                    <a:pt x="1325239" y="2561727"/>
                  </a:lnTo>
                  <a:lnTo>
                    <a:pt x="1311604" y="2513927"/>
                  </a:lnTo>
                  <a:lnTo>
                    <a:pt x="1297649" y="2466263"/>
                  </a:lnTo>
                  <a:lnTo>
                    <a:pt x="1283375" y="2418736"/>
                  </a:lnTo>
                  <a:lnTo>
                    <a:pt x="1268784" y="2371347"/>
                  </a:lnTo>
                  <a:lnTo>
                    <a:pt x="1253876" y="2324098"/>
                  </a:lnTo>
                  <a:lnTo>
                    <a:pt x="1238653" y="2276989"/>
                  </a:lnTo>
                  <a:lnTo>
                    <a:pt x="1223117" y="2230022"/>
                  </a:lnTo>
                  <a:lnTo>
                    <a:pt x="1207267" y="2183199"/>
                  </a:lnTo>
                  <a:lnTo>
                    <a:pt x="1191106" y="2136520"/>
                  </a:lnTo>
                  <a:lnTo>
                    <a:pt x="1174635" y="2089987"/>
                  </a:lnTo>
                  <a:lnTo>
                    <a:pt x="1157855" y="2043600"/>
                  </a:lnTo>
                  <a:lnTo>
                    <a:pt x="1140767" y="1997362"/>
                  </a:lnTo>
                  <a:lnTo>
                    <a:pt x="1123372" y="1951274"/>
                  </a:lnTo>
                  <a:lnTo>
                    <a:pt x="1105672" y="1905335"/>
                  </a:lnTo>
                  <a:lnTo>
                    <a:pt x="1087669" y="1859549"/>
                  </a:lnTo>
                  <a:lnTo>
                    <a:pt x="1069362" y="1813916"/>
                  </a:lnTo>
                  <a:lnTo>
                    <a:pt x="1050754" y="1768437"/>
                  </a:lnTo>
                  <a:lnTo>
                    <a:pt x="1031845" y="1723114"/>
                  </a:lnTo>
                  <a:lnTo>
                    <a:pt x="1012638" y="1677948"/>
                  </a:lnTo>
                  <a:lnTo>
                    <a:pt x="993133" y="1632939"/>
                  </a:lnTo>
                  <a:lnTo>
                    <a:pt x="973331" y="1588090"/>
                  </a:lnTo>
                  <a:lnTo>
                    <a:pt x="953233" y="1543402"/>
                  </a:lnTo>
                  <a:lnTo>
                    <a:pt x="932842" y="1498875"/>
                  </a:lnTo>
                  <a:lnTo>
                    <a:pt x="912157" y="1454511"/>
                  </a:lnTo>
                  <a:lnTo>
                    <a:pt x="891181" y="1410312"/>
                  </a:lnTo>
                  <a:lnTo>
                    <a:pt x="869915" y="1366278"/>
                  </a:lnTo>
                  <a:lnTo>
                    <a:pt x="848359" y="1322411"/>
                  </a:lnTo>
                  <a:lnTo>
                    <a:pt x="826516" y="1278712"/>
                  </a:lnTo>
                  <a:lnTo>
                    <a:pt x="804385" y="1235181"/>
                  </a:lnTo>
                  <a:lnTo>
                    <a:pt x="781970" y="1191822"/>
                  </a:lnTo>
                  <a:lnTo>
                    <a:pt x="759270" y="1148634"/>
                  </a:lnTo>
                  <a:lnTo>
                    <a:pt x="736287" y="1105619"/>
                  </a:lnTo>
                  <a:lnTo>
                    <a:pt x="713022" y="1062778"/>
                  </a:lnTo>
                  <a:lnTo>
                    <a:pt x="689477" y="1020112"/>
                  </a:lnTo>
                  <a:lnTo>
                    <a:pt x="665652" y="977623"/>
                  </a:lnTo>
                  <a:lnTo>
                    <a:pt x="641550" y="935312"/>
                  </a:lnTo>
                  <a:lnTo>
                    <a:pt x="617170" y="893180"/>
                  </a:lnTo>
                  <a:lnTo>
                    <a:pt x="592515" y="851229"/>
                  </a:lnTo>
                  <a:lnTo>
                    <a:pt x="567586" y="809459"/>
                  </a:lnTo>
                  <a:lnTo>
                    <a:pt x="542384" y="767871"/>
                  </a:lnTo>
                  <a:lnTo>
                    <a:pt x="516909" y="726468"/>
                  </a:lnTo>
                  <a:lnTo>
                    <a:pt x="491165" y="685250"/>
                  </a:lnTo>
                  <a:lnTo>
                    <a:pt x="465150" y="644219"/>
                  </a:lnTo>
                  <a:lnTo>
                    <a:pt x="438868" y="603375"/>
                  </a:lnTo>
                  <a:lnTo>
                    <a:pt x="412319" y="562720"/>
                  </a:lnTo>
                  <a:lnTo>
                    <a:pt x="385504" y="522256"/>
                  </a:lnTo>
                  <a:lnTo>
                    <a:pt x="358425" y="481983"/>
                  </a:lnTo>
                  <a:lnTo>
                    <a:pt x="331082" y="441902"/>
                  </a:lnTo>
                  <a:lnTo>
                    <a:pt x="303477" y="402016"/>
                  </a:lnTo>
                  <a:lnTo>
                    <a:pt x="275612" y="362325"/>
                  </a:lnTo>
                  <a:lnTo>
                    <a:pt x="247488" y="322830"/>
                  </a:lnTo>
                  <a:lnTo>
                    <a:pt x="219105" y="283533"/>
                  </a:lnTo>
                  <a:lnTo>
                    <a:pt x="190465" y="244434"/>
                  </a:lnTo>
                  <a:lnTo>
                    <a:pt x="161569" y="205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685543"/>
              <a:ext cx="8669020" cy="8067040"/>
            </a:xfrm>
            <a:custGeom>
              <a:avLst/>
              <a:gdLst/>
              <a:ahLst/>
              <a:cxnLst/>
              <a:rect l="l" t="t" r="r" b="b"/>
              <a:pathLst>
                <a:path w="8669020" h="8067040">
                  <a:moveTo>
                    <a:pt x="3053139" y="0"/>
                  </a:moveTo>
                  <a:lnTo>
                    <a:pt x="2993474" y="241"/>
                  </a:lnTo>
                  <a:lnTo>
                    <a:pt x="2874490" y="2170"/>
                  </a:lnTo>
                  <a:lnTo>
                    <a:pt x="2755981" y="6013"/>
                  </a:lnTo>
                  <a:lnTo>
                    <a:pt x="2637961" y="11755"/>
                  </a:lnTo>
                  <a:lnTo>
                    <a:pt x="2520445" y="19382"/>
                  </a:lnTo>
                  <a:lnTo>
                    <a:pt x="2403449" y="28879"/>
                  </a:lnTo>
                  <a:lnTo>
                    <a:pt x="2286986" y="40231"/>
                  </a:lnTo>
                  <a:lnTo>
                    <a:pt x="2171072" y="53423"/>
                  </a:lnTo>
                  <a:lnTo>
                    <a:pt x="2055722" y="68441"/>
                  </a:lnTo>
                  <a:lnTo>
                    <a:pt x="1940950" y="85269"/>
                  </a:lnTo>
                  <a:lnTo>
                    <a:pt x="1826772" y="103892"/>
                  </a:lnTo>
                  <a:lnTo>
                    <a:pt x="1713202" y="124296"/>
                  </a:lnTo>
                  <a:lnTo>
                    <a:pt x="1600255" y="146466"/>
                  </a:lnTo>
                  <a:lnTo>
                    <a:pt x="1487945" y="170388"/>
                  </a:lnTo>
                  <a:lnTo>
                    <a:pt x="1376289" y="196045"/>
                  </a:lnTo>
                  <a:lnTo>
                    <a:pt x="1265299" y="223424"/>
                  </a:lnTo>
                  <a:lnTo>
                    <a:pt x="1154993" y="252510"/>
                  </a:lnTo>
                  <a:lnTo>
                    <a:pt x="1045383" y="283287"/>
                  </a:lnTo>
                  <a:lnTo>
                    <a:pt x="936486" y="315741"/>
                  </a:lnTo>
                  <a:lnTo>
                    <a:pt x="828315" y="349857"/>
                  </a:lnTo>
                  <a:lnTo>
                    <a:pt x="720886" y="385620"/>
                  </a:lnTo>
                  <a:lnTo>
                    <a:pt x="614214" y="423016"/>
                  </a:lnTo>
                  <a:lnTo>
                    <a:pt x="508313" y="462029"/>
                  </a:lnTo>
                  <a:lnTo>
                    <a:pt x="403199" y="502644"/>
                  </a:lnTo>
                  <a:lnTo>
                    <a:pt x="298885" y="544848"/>
                  </a:lnTo>
                  <a:lnTo>
                    <a:pt x="195388" y="588625"/>
                  </a:lnTo>
                  <a:lnTo>
                    <a:pt x="92721" y="633959"/>
                  </a:lnTo>
                  <a:lnTo>
                    <a:pt x="0" y="676605"/>
                  </a:lnTo>
                  <a:lnTo>
                    <a:pt x="0" y="8066532"/>
                  </a:lnTo>
                  <a:lnTo>
                    <a:pt x="8668508" y="8066532"/>
                  </a:lnTo>
                  <a:lnTo>
                    <a:pt x="8668508" y="2690304"/>
                  </a:lnTo>
                  <a:lnTo>
                    <a:pt x="8616019" y="2623515"/>
                  </a:lnTo>
                  <a:lnTo>
                    <a:pt x="8585146" y="2586358"/>
                  </a:lnTo>
                  <a:lnTo>
                    <a:pt x="8554031" y="2549412"/>
                  </a:lnTo>
                  <a:lnTo>
                    <a:pt x="8522673" y="2512678"/>
                  </a:lnTo>
                  <a:lnTo>
                    <a:pt x="8491074" y="2476158"/>
                  </a:lnTo>
                  <a:lnTo>
                    <a:pt x="8459235" y="2439851"/>
                  </a:lnTo>
                  <a:lnTo>
                    <a:pt x="8427158" y="2403760"/>
                  </a:lnTo>
                  <a:lnTo>
                    <a:pt x="8394843" y="2367887"/>
                  </a:lnTo>
                  <a:lnTo>
                    <a:pt x="8362292" y="2332231"/>
                  </a:lnTo>
                  <a:lnTo>
                    <a:pt x="8329506" y="2296794"/>
                  </a:lnTo>
                  <a:lnTo>
                    <a:pt x="8296487" y="2261578"/>
                  </a:lnTo>
                  <a:lnTo>
                    <a:pt x="8263235" y="2226584"/>
                  </a:lnTo>
                  <a:lnTo>
                    <a:pt x="8229752" y="2191813"/>
                  </a:lnTo>
                  <a:lnTo>
                    <a:pt x="8196039" y="2157266"/>
                  </a:lnTo>
                  <a:lnTo>
                    <a:pt x="8162097" y="2122945"/>
                  </a:lnTo>
                  <a:lnTo>
                    <a:pt x="8127928" y="2088850"/>
                  </a:lnTo>
                  <a:lnTo>
                    <a:pt x="8093532" y="2054983"/>
                  </a:lnTo>
                  <a:lnTo>
                    <a:pt x="8058911" y="2021346"/>
                  </a:lnTo>
                  <a:lnTo>
                    <a:pt x="8024067" y="1987938"/>
                  </a:lnTo>
                  <a:lnTo>
                    <a:pt x="7989000" y="1954763"/>
                  </a:lnTo>
                  <a:lnTo>
                    <a:pt x="7953711" y="1921820"/>
                  </a:lnTo>
                  <a:lnTo>
                    <a:pt x="7918203" y="1889111"/>
                  </a:lnTo>
                  <a:lnTo>
                    <a:pt x="7882475" y="1856638"/>
                  </a:lnTo>
                  <a:lnTo>
                    <a:pt x="7846530" y="1824401"/>
                  </a:lnTo>
                  <a:lnTo>
                    <a:pt x="7810368" y="1792402"/>
                  </a:lnTo>
                  <a:lnTo>
                    <a:pt x="7773991" y="1760642"/>
                  </a:lnTo>
                  <a:lnTo>
                    <a:pt x="7737401" y="1729122"/>
                  </a:lnTo>
                  <a:lnTo>
                    <a:pt x="7700597" y="1697844"/>
                  </a:lnTo>
                  <a:lnTo>
                    <a:pt x="7663582" y="1666809"/>
                  </a:lnTo>
                  <a:lnTo>
                    <a:pt x="7626357" y="1636017"/>
                  </a:lnTo>
                  <a:lnTo>
                    <a:pt x="7588922" y="1605470"/>
                  </a:lnTo>
                  <a:lnTo>
                    <a:pt x="7551280" y="1575170"/>
                  </a:lnTo>
                  <a:lnTo>
                    <a:pt x="7513431" y="1545118"/>
                  </a:lnTo>
                  <a:lnTo>
                    <a:pt x="7475377" y="1515314"/>
                  </a:lnTo>
                  <a:lnTo>
                    <a:pt x="7437118" y="1485761"/>
                  </a:lnTo>
                  <a:lnTo>
                    <a:pt x="7398657" y="1456458"/>
                  </a:lnTo>
                  <a:lnTo>
                    <a:pt x="7359994" y="1427409"/>
                  </a:lnTo>
                  <a:lnTo>
                    <a:pt x="7321131" y="1398613"/>
                  </a:lnTo>
                  <a:lnTo>
                    <a:pt x="7282068" y="1370072"/>
                  </a:lnTo>
                  <a:lnTo>
                    <a:pt x="7242807" y="1341787"/>
                  </a:lnTo>
                  <a:lnTo>
                    <a:pt x="7203350" y="1313760"/>
                  </a:lnTo>
                  <a:lnTo>
                    <a:pt x="7123850" y="1258483"/>
                  </a:lnTo>
                  <a:lnTo>
                    <a:pt x="7043578" y="1204250"/>
                  </a:lnTo>
                  <a:lnTo>
                    <a:pt x="6962543" y="1151072"/>
                  </a:lnTo>
                  <a:lnTo>
                    <a:pt x="6880756" y="1098959"/>
                  </a:lnTo>
                  <a:lnTo>
                    <a:pt x="6798226" y="1047919"/>
                  </a:lnTo>
                  <a:lnTo>
                    <a:pt x="6714963" y="997964"/>
                  </a:lnTo>
                  <a:lnTo>
                    <a:pt x="6630977" y="949102"/>
                  </a:lnTo>
                  <a:lnTo>
                    <a:pt x="6546278" y="901344"/>
                  </a:lnTo>
                  <a:lnTo>
                    <a:pt x="6460875" y="854700"/>
                  </a:lnTo>
                  <a:lnTo>
                    <a:pt x="6374779" y="809179"/>
                  </a:lnTo>
                  <a:lnTo>
                    <a:pt x="6288000" y="764791"/>
                  </a:lnTo>
                  <a:lnTo>
                    <a:pt x="6200546" y="721547"/>
                  </a:lnTo>
                  <a:lnTo>
                    <a:pt x="6112429" y="679455"/>
                  </a:lnTo>
                  <a:lnTo>
                    <a:pt x="6023658" y="638526"/>
                  </a:lnTo>
                  <a:lnTo>
                    <a:pt x="5934242" y="598770"/>
                  </a:lnTo>
                  <a:lnTo>
                    <a:pt x="5844192" y="560196"/>
                  </a:lnTo>
                  <a:lnTo>
                    <a:pt x="5753517" y="522815"/>
                  </a:lnTo>
                  <a:lnTo>
                    <a:pt x="5662228" y="486635"/>
                  </a:lnTo>
                  <a:lnTo>
                    <a:pt x="5570333" y="451668"/>
                  </a:lnTo>
                  <a:lnTo>
                    <a:pt x="5477844" y="417923"/>
                  </a:lnTo>
                  <a:lnTo>
                    <a:pt x="5384769" y="385409"/>
                  </a:lnTo>
                  <a:lnTo>
                    <a:pt x="5291119" y="354137"/>
                  </a:lnTo>
                  <a:lnTo>
                    <a:pt x="5196904" y="324116"/>
                  </a:lnTo>
                  <a:lnTo>
                    <a:pt x="5102133" y="295356"/>
                  </a:lnTo>
                  <a:lnTo>
                    <a:pt x="5006816" y="267868"/>
                  </a:lnTo>
                  <a:lnTo>
                    <a:pt x="4910963" y="241660"/>
                  </a:lnTo>
                  <a:lnTo>
                    <a:pt x="4814584" y="216743"/>
                  </a:lnTo>
                  <a:lnTo>
                    <a:pt x="4717688" y="193127"/>
                  </a:lnTo>
                  <a:lnTo>
                    <a:pt x="4620286" y="170821"/>
                  </a:lnTo>
                  <a:lnTo>
                    <a:pt x="4522388" y="149836"/>
                  </a:lnTo>
                  <a:lnTo>
                    <a:pt x="4424003" y="130180"/>
                  </a:lnTo>
                  <a:lnTo>
                    <a:pt x="4325141" y="111865"/>
                  </a:lnTo>
                  <a:lnTo>
                    <a:pt x="4225812" y="94899"/>
                  </a:lnTo>
                  <a:lnTo>
                    <a:pt x="4126025" y="79294"/>
                  </a:lnTo>
                  <a:lnTo>
                    <a:pt x="4025791" y="65057"/>
                  </a:lnTo>
                  <a:lnTo>
                    <a:pt x="3925120" y="52200"/>
                  </a:lnTo>
                  <a:lnTo>
                    <a:pt x="3824021" y="40733"/>
                  </a:lnTo>
                  <a:lnTo>
                    <a:pt x="3722504" y="30664"/>
                  </a:lnTo>
                  <a:lnTo>
                    <a:pt x="3620579" y="22004"/>
                  </a:lnTo>
                  <a:lnTo>
                    <a:pt x="3518256" y="14763"/>
                  </a:lnTo>
                  <a:lnTo>
                    <a:pt x="3468239" y="11755"/>
                  </a:lnTo>
                  <a:lnTo>
                    <a:pt x="3468411" y="11755"/>
                  </a:lnTo>
                  <a:lnTo>
                    <a:pt x="3364047" y="6583"/>
                  </a:lnTo>
                  <a:lnTo>
                    <a:pt x="3260771" y="2932"/>
                  </a:lnTo>
                  <a:lnTo>
                    <a:pt x="3157132" y="734"/>
                  </a:lnTo>
                  <a:lnTo>
                    <a:pt x="3110636" y="241"/>
                  </a:lnTo>
                  <a:lnTo>
                    <a:pt x="3121552" y="241"/>
                  </a:lnTo>
                  <a:lnTo>
                    <a:pt x="30531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150822" y="3819779"/>
            <a:ext cx="475361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180" dirty="0"/>
              <a:t>Спасибо</a:t>
            </a:r>
            <a:endParaRPr sz="6000" dirty="0"/>
          </a:p>
          <a:p>
            <a:pPr marL="12700">
              <a:lnSpc>
                <a:spcPct val="100000"/>
              </a:lnSpc>
            </a:pPr>
            <a:r>
              <a:rPr sz="6000" spc="65" dirty="0"/>
              <a:t>за</a:t>
            </a:r>
            <a:r>
              <a:rPr sz="6000" spc="-630" dirty="0"/>
              <a:t> </a:t>
            </a:r>
            <a:r>
              <a:rPr sz="6000" spc="55" dirty="0"/>
              <a:t>внимание!</a:t>
            </a:r>
            <a:endParaRPr sz="6000" dirty="0"/>
          </a:p>
        </p:txBody>
      </p:sp>
      <p:grpSp>
        <p:nvGrpSpPr>
          <p:cNvPr id="8" name="object 8"/>
          <p:cNvGrpSpPr/>
          <p:nvPr/>
        </p:nvGrpSpPr>
        <p:grpSpPr>
          <a:xfrm>
            <a:off x="1437131" y="332232"/>
            <a:ext cx="3211068" cy="8292853"/>
            <a:chOff x="1437131" y="332232"/>
            <a:chExt cx="3211068" cy="8292853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18716" y="332232"/>
              <a:ext cx="2729483" cy="96011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445323" y="8320856"/>
              <a:ext cx="395605" cy="295275"/>
            </a:xfrm>
            <a:custGeom>
              <a:avLst/>
              <a:gdLst/>
              <a:ahLst/>
              <a:cxnLst/>
              <a:rect l="l" t="t" r="r" b="b"/>
              <a:pathLst>
                <a:path w="395605" h="295275">
                  <a:moveTo>
                    <a:pt x="389686" y="295269"/>
                  </a:moveTo>
                  <a:lnTo>
                    <a:pt x="12092" y="295269"/>
                  </a:lnTo>
                  <a:lnTo>
                    <a:pt x="5461" y="295269"/>
                  </a:lnTo>
                  <a:lnTo>
                    <a:pt x="0" y="289809"/>
                  </a:lnTo>
                  <a:lnTo>
                    <a:pt x="0" y="5460"/>
                  </a:lnTo>
                  <a:lnTo>
                    <a:pt x="5461" y="0"/>
                  </a:lnTo>
                  <a:lnTo>
                    <a:pt x="389686" y="0"/>
                  </a:lnTo>
                  <a:lnTo>
                    <a:pt x="395147" y="5460"/>
                  </a:lnTo>
                  <a:lnTo>
                    <a:pt x="395147" y="289809"/>
                  </a:lnTo>
                  <a:lnTo>
                    <a:pt x="389686" y="295269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37131" y="8312665"/>
              <a:ext cx="412115" cy="312420"/>
            </a:xfrm>
            <a:custGeom>
              <a:avLst/>
              <a:gdLst/>
              <a:ahLst/>
              <a:cxnLst/>
              <a:rect l="l" t="t" r="r" b="b"/>
              <a:pathLst>
                <a:path w="412114" h="312420">
                  <a:moveTo>
                    <a:pt x="391246" y="312042"/>
                  </a:moveTo>
                  <a:lnTo>
                    <a:pt x="20283" y="312042"/>
                  </a:lnTo>
                  <a:lnTo>
                    <a:pt x="12342" y="310396"/>
                  </a:lnTo>
                  <a:lnTo>
                    <a:pt x="5899" y="305898"/>
                  </a:lnTo>
                  <a:lnTo>
                    <a:pt x="1578" y="299206"/>
                  </a:lnTo>
                  <a:lnTo>
                    <a:pt x="0" y="290979"/>
                  </a:lnTo>
                  <a:lnTo>
                    <a:pt x="0" y="20672"/>
                  </a:lnTo>
                  <a:lnTo>
                    <a:pt x="1578" y="12506"/>
                  </a:lnTo>
                  <a:lnTo>
                    <a:pt x="5899" y="5948"/>
                  </a:lnTo>
                  <a:lnTo>
                    <a:pt x="12342" y="1584"/>
                  </a:lnTo>
                  <a:lnTo>
                    <a:pt x="20283" y="0"/>
                  </a:lnTo>
                  <a:lnTo>
                    <a:pt x="391246" y="0"/>
                  </a:lnTo>
                  <a:lnTo>
                    <a:pt x="399188" y="1584"/>
                  </a:lnTo>
                  <a:lnTo>
                    <a:pt x="405631" y="5948"/>
                  </a:lnTo>
                  <a:lnTo>
                    <a:pt x="409952" y="12506"/>
                  </a:lnTo>
                  <a:lnTo>
                    <a:pt x="410701" y="16382"/>
                  </a:lnTo>
                  <a:lnTo>
                    <a:pt x="18333" y="16382"/>
                  </a:lnTo>
                  <a:lnTo>
                    <a:pt x="16383" y="18332"/>
                  </a:lnTo>
                  <a:lnTo>
                    <a:pt x="16383" y="293319"/>
                  </a:lnTo>
                  <a:lnTo>
                    <a:pt x="18333" y="295269"/>
                  </a:lnTo>
                  <a:lnTo>
                    <a:pt x="410707" y="295269"/>
                  </a:lnTo>
                  <a:lnTo>
                    <a:pt x="409952" y="299206"/>
                  </a:lnTo>
                  <a:lnTo>
                    <a:pt x="405631" y="305898"/>
                  </a:lnTo>
                  <a:lnTo>
                    <a:pt x="399188" y="310396"/>
                  </a:lnTo>
                  <a:lnTo>
                    <a:pt x="391246" y="312042"/>
                  </a:lnTo>
                  <a:close/>
                </a:path>
                <a:path w="412114" h="312420">
                  <a:moveTo>
                    <a:pt x="410707" y="295269"/>
                  </a:moveTo>
                  <a:lnTo>
                    <a:pt x="393197" y="295269"/>
                  </a:lnTo>
                  <a:lnTo>
                    <a:pt x="395147" y="293319"/>
                  </a:lnTo>
                  <a:lnTo>
                    <a:pt x="395147" y="18332"/>
                  </a:lnTo>
                  <a:lnTo>
                    <a:pt x="393197" y="16382"/>
                  </a:lnTo>
                  <a:lnTo>
                    <a:pt x="410701" y="16382"/>
                  </a:lnTo>
                  <a:lnTo>
                    <a:pt x="411530" y="20672"/>
                  </a:lnTo>
                  <a:lnTo>
                    <a:pt x="411530" y="290979"/>
                  </a:lnTo>
                  <a:lnTo>
                    <a:pt x="410707" y="295269"/>
                  </a:lnTo>
                  <a:close/>
                </a:path>
              </a:pathLst>
            </a:custGeom>
            <a:solidFill>
              <a:srgbClr val="1111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46493" y="8354402"/>
              <a:ext cx="392430" cy="21590"/>
            </a:xfrm>
            <a:custGeom>
              <a:avLst/>
              <a:gdLst/>
              <a:ahLst/>
              <a:cxnLst/>
              <a:rect l="l" t="t" r="r" b="b"/>
              <a:pathLst>
                <a:path w="392430" h="21590">
                  <a:moveTo>
                    <a:pt x="392027" y="21062"/>
                  </a:moveTo>
                  <a:lnTo>
                    <a:pt x="151739" y="21062"/>
                  </a:lnTo>
                  <a:lnTo>
                    <a:pt x="149789" y="21062"/>
                  </a:lnTo>
                  <a:lnTo>
                    <a:pt x="148229" y="19502"/>
                  </a:lnTo>
                  <a:lnTo>
                    <a:pt x="148229" y="17552"/>
                  </a:lnTo>
                  <a:lnTo>
                    <a:pt x="148229" y="7020"/>
                  </a:lnTo>
                  <a:lnTo>
                    <a:pt x="148229" y="3120"/>
                  </a:lnTo>
                  <a:lnTo>
                    <a:pt x="145108" y="0"/>
                  </a:lnTo>
                  <a:lnTo>
                    <a:pt x="141597" y="0"/>
                  </a:lnTo>
                  <a:lnTo>
                    <a:pt x="62412" y="0"/>
                  </a:lnTo>
                  <a:lnTo>
                    <a:pt x="58901" y="0"/>
                  </a:lnTo>
                  <a:lnTo>
                    <a:pt x="55780" y="3120"/>
                  </a:lnTo>
                  <a:lnTo>
                    <a:pt x="55780" y="7020"/>
                  </a:lnTo>
                  <a:lnTo>
                    <a:pt x="55780" y="17552"/>
                  </a:lnTo>
                  <a:lnTo>
                    <a:pt x="55780" y="19502"/>
                  </a:lnTo>
                  <a:lnTo>
                    <a:pt x="54220" y="21062"/>
                  </a:lnTo>
                  <a:lnTo>
                    <a:pt x="52270" y="21062"/>
                  </a:lnTo>
                  <a:lnTo>
                    <a:pt x="0" y="21062"/>
                  </a:lnTo>
                </a:path>
              </a:pathLst>
            </a:custGeom>
            <a:ln w="16382">
              <a:solidFill>
                <a:srgbClr val="1111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92522" y="8435532"/>
              <a:ext cx="156210" cy="0"/>
            </a:xfrm>
            <a:custGeom>
              <a:avLst/>
              <a:gdLst/>
              <a:ahLst/>
              <a:cxnLst/>
              <a:rect l="l" t="t" r="r" b="b"/>
              <a:pathLst>
                <a:path w="156210">
                  <a:moveTo>
                    <a:pt x="0" y="0"/>
                  </a:moveTo>
                  <a:lnTo>
                    <a:pt x="0" y="0"/>
                  </a:lnTo>
                  <a:lnTo>
                    <a:pt x="155640" y="0"/>
                  </a:lnTo>
                </a:path>
              </a:pathLst>
            </a:custGeom>
            <a:ln w="16382">
              <a:solidFill>
                <a:srgbClr val="1111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92522" y="8475707"/>
              <a:ext cx="156210" cy="0"/>
            </a:xfrm>
            <a:custGeom>
              <a:avLst/>
              <a:gdLst/>
              <a:ahLst/>
              <a:cxnLst/>
              <a:rect l="l" t="t" r="r" b="b"/>
              <a:pathLst>
                <a:path w="156210">
                  <a:moveTo>
                    <a:pt x="0" y="0"/>
                  </a:moveTo>
                  <a:lnTo>
                    <a:pt x="0" y="0"/>
                  </a:lnTo>
                  <a:lnTo>
                    <a:pt x="155640" y="0"/>
                  </a:lnTo>
                </a:path>
              </a:pathLst>
            </a:custGeom>
            <a:ln w="16382">
              <a:solidFill>
                <a:srgbClr val="1111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92522" y="8515883"/>
              <a:ext cx="156210" cy="0"/>
            </a:xfrm>
            <a:custGeom>
              <a:avLst/>
              <a:gdLst/>
              <a:ahLst/>
              <a:cxnLst/>
              <a:rect l="l" t="t" r="r" b="b"/>
              <a:pathLst>
                <a:path w="156210">
                  <a:moveTo>
                    <a:pt x="0" y="0"/>
                  </a:moveTo>
                  <a:lnTo>
                    <a:pt x="0" y="0"/>
                  </a:lnTo>
                  <a:lnTo>
                    <a:pt x="155640" y="0"/>
                  </a:lnTo>
                </a:path>
              </a:pathLst>
            </a:custGeom>
            <a:ln w="16382">
              <a:solidFill>
                <a:srgbClr val="1111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70147" y="8556058"/>
              <a:ext cx="78105" cy="0"/>
            </a:xfrm>
            <a:custGeom>
              <a:avLst/>
              <a:gdLst/>
              <a:ahLst/>
              <a:cxnLst/>
              <a:rect l="l" t="t" r="r" b="b"/>
              <a:pathLst>
                <a:path w="78105">
                  <a:moveTo>
                    <a:pt x="0" y="0"/>
                  </a:moveTo>
                  <a:lnTo>
                    <a:pt x="0" y="0"/>
                  </a:lnTo>
                  <a:lnTo>
                    <a:pt x="78015" y="0"/>
                  </a:lnTo>
                </a:path>
              </a:pathLst>
            </a:custGeom>
            <a:ln w="16382">
              <a:solidFill>
                <a:srgbClr val="1111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7"/>
          <p:cNvSpPr txBox="1">
            <a:spLocks/>
          </p:cNvSpPr>
          <p:nvPr/>
        </p:nvSpPr>
        <p:spPr>
          <a:xfrm>
            <a:off x="1974070" y="8304484"/>
            <a:ext cx="265650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2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000" spc="180" dirty="0" smtClean="0"/>
              <a:t>GitHub</a:t>
            </a:r>
            <a:r>
              <a:rPr lang="en-US" sz="2000" spc="180" dirty="0"/>
              <a:t>:</a:t>
            </a:r>
            <a:endParaRPr lang="ru-RU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596</TotalTime>
  <Words>184</Words>
  <Application>Microsoft Office PowerPoint</Application>
  <PresentationFormat>Произвольный</PresentationFormat>
  <Paragraphs>47</Paragraphs>
  <Slides>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 MT</vt:lpstr>
      <vt:lpstr>Calibri</vt:lpstr>
      <vt:lpstr>Trebuchet MS</vt:lpstr>
      <vt:lpstr>Office Theme</vt:lpstr>
      <vt:lpstr>Презентация PowerPoint</vt:lpstr>
      <vt:lpstr>Содержание</vt:lpstr>
      <vt:lpstr>Актуальность</vt:lpstr>
      <vt:lpstr>Цель и задачи проекта</vt:lpstr>
      <vt:lpstr>Основные стеки технологий</vt:lpstr>
      <vt:lpstr>Интерфейс игры</vt:lpstr>
      <vt:lpstr>Интерфейс игры</vt:lpstr>
      <vt:lpstr>Перспективы развития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presentation</dc:creator>
  <cp:lastModifiedBy>PC</cp:lastModifiedBy>
  <cp:revision>25</cp:revision>
  <dcterms:created xsi:type="dcterms:W3CDTF">2025-11-24T11:50:22Z</dcterms:created>
  <dcterms:modified xsi:type="dcterms:W3CDTF">2026-02-01T19:24:40Z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2019-08-25T00:00:00Z</vt:filetime>
  </property>
  <property fmtid="{D5CDD505-2E9C-101B-9397-08002B2CF9AE}" pid="3" name="Creator">
    <vt:lpwstr>Acrobat PDFMaker 15 для PowerPoint</vt:lpwstr>
  </property>
  <property fmtid="{D5CDD505-2E9C-101B-9397-08002B2CF9AE}" pid="4" name="LastSaved">
    <vt:filetime>2025-11-24T00:00:00Z</vt:filetime>
  </property>
  <property fmtid="{D5CDD505-2E9C-101B-9397-08002B2CF9AE}" pid="5" name="Producer">
    <vt:lpwstr>Adobe PDF Library 15.0</vt:lpwstr>
  </property>
</Properties>
</file>